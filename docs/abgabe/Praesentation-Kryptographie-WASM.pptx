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bc17af76c44870" /><Relationship Type="http://schemas.openxmlformats.org/officeDocument/2006/relationships/extended-properties" Target="/docProps/app.xml" Id="Rd6dc82b208784d5d" /><Relationship Type="http://schemas.openxmlformats.org/officeDocument/2006/relationships/officeDocument" Target="/ppt/presentation.xml" Id="Rd720cda5722549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b3c022845241f3"/>
  </p:sldMasterIdLst>
  <p:notesMasterIdLst>
    <p:notesMasterId xmlns:r="http://schemas.openxmlformats.org/officeDocument/2006/relationships" r:id="Ra9724076d92a4cc5"/>
  </p:notesMasterIdLst>
  <p:sldIdLst>
    <p:sldId xmlns:r="http://schemas.openxmlformats.org/officeDocument/2006/relationships" id="256" r:id="R96cc69f527af400a"/>
    <p:sldId xmlns:r="http://schemas.openxmlformats.org/officeDocument/2006/relationships" id="257" r:id="R5d2d268360c1488d"/>
    <p:sldId xmlns:r="http://schemas.openxmlformats.org/officeDocument/2006/relationships" id="258" r:id="Ra3a774e452d9427d"/>
    <p:sldId xmlns:r="http://schemas.openxmlformats.org/officeDocument/2006/relationships" id="259" r:id="R93c990982cd941ed"/>
    <p:sldId xmlns:r="http://schemas.openxmlformats.org/officeDocument/2006/relationships" id="260" r:id="R08cdb74c16dc46b4"/>
    <p:sldId xmlns:r="http://schemas.openxmlformats.org/officeDocument/2006/relationships" id="261" r:id="Rd859b7f1b44e4c1b"/>
    <p:sldId xmlns:r="http://schemas.openxmlformats.org/officeDocument/2006/relationships" id="262" r:id="R5d43496f0b1b47a2"/>
    <p:sldId xmlns:r="http://schemas.openxmlformats.org/officeDocument/2006/relationships" id="263" r:id="R7b982cd6ff5d4b18"/>
    <p:sldId xmlns:r="http://schemas.openxmlformats.org/officeDocument/2006/relationships" id="264" r:id="R525b685fe2bf4e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28d88e18124ce6" /><Relationship Type="http://schemas.openxmlformats.org/officeDocument/2006/relationships/slideMaster" Target="/ppt/slideMasters/slideMaster1.xml" Id="R78b3c022845241f3" /><Relationship Type="http://schemas.openxmlformats.org/officeDocument/2006/relationships/notesMaster" Target="/ppt/notesMasters/notesMaster1.xml" Id="Ra9724076d92a4cc5" /><Relationship Type="http://schemas.openxmlformats.org/officeDocument/2006/relationships/presProps" Target="/ppt/presProps.xml" Id="R2abe7b01b21b4f85" /><Relationship Type="http://schemas.openxmlformats.org/officeDocument/2006/relationships/viewProps" Target="/ppt/viewProps.xml" Id="R9ecdf32e821b4065" /><Relationship Type="http://schemas.openxmlformats.org/officeDocument/2006/relationships/tableStyles" Target="/ppt/tableStyles.xml" Id="R2ab6cd3c84e3403f" /><Relationship Type="http://schemas.openxmlformats.org/officeDocument/2006/relationships/slide" Target="/ppt/slides/slide1.xml" Id="R96cc69f527af400a" /><Relationship Type="http://schemas.openxmlformats.org/officeDocument/2006/relationships/slide" Target="/ppt/slides/slide2.xml" Id="R5d2d268360c1488d" /><Relationship Type="http://schemas.openxmlformats.org/officeDocument/2006/relationships/slide" Target="/ppt/slides/slide3.xml" Id="Ra3a774e452d9427d" /><Relationship Type="http://schemas.openxmlformats.org/officeDocument/2006/relationships/slide" Target="/ppt/slides/slide4.xml" Id="R93c990982cd941ed" /><Relationship Type="http://schemas.openxmlformats.org/officeDocument/2006/relationships/slide" Target="/ppt/slides/slide5.xml" Id="R08cdb74c16dc46b4" /><Relationship Type="http://schemas.openxmlformats.org/officeDocument/2006/relationships/slide" Target="/ppt/slides/slide6.xml" Id="Rd859b7f1b44e4c1b" /><Relationship Type="http://schemas.openxmlformats.org/officeDocument/2006/relationships/slide" Target="/ppt/slides/slide7.xml" Id="R5d43496f0b1b47a2" /><Relationship Type="http://schemas.openxmlformats.org/officeDocument/2006/relationships/slide" Target="/ppt/slides/slide8.xml" Id="R7b982cd6ff5d4b18" /><Relationship Type="http://schemas.openxmlformats.org/officeDocument/2006/relationships/slide" Target="/ppt/slides/slide9.xml" Id="R525b685fe2bf4e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a4aa57f56e46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blank">
  <a:themeElements>
    <a:clrScheme name="Provad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192"/>
      </a:accent1>
      <a:accent2>
        <a:srgbClr val="3474B5"/>
      </a:accent2>
      <a:accent3>
        <a:srgbClr val="4D97CD"/>
      </a:accent3>
      <a:accent4>
        <a:srgbClr val="A0BFE1"/>
      </a:accent4>
      <a:accent5>
        <a:srgbClr val="B8C4E2"/>
      </a:accent5>
      <a:accent6>
        <a:srgbClr val="D9DADB"/>
      </a:accent6>
      <a:hlink>
        <a:srgbClr val="005192"/>
      </a:hlink>
      <a:folHlink>
        <a:srgbClr val="800080"/>
      </a:folHlink>
    </a:clrScheme>
    <a:fontScheme name="Provad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rovad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164a4aceda4f68" /><Relationship Type="http://schemas.openxmlformats.org/officeDocument/2006/relationships/notesMaster" Target="/ppt/notesMasters/notesMaster1.xml" Id="R4d78a999df6441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894446c52c441e" /><Relationship Type="http://schemas.openxmlformats.org/officeDocument/2006/relationships/notesMaster" Target="/ppt/notesMasters/notesMaster1.xml" Id="R60f12196024c47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f974f0d47547c9" /><Relationship Type="http://schemas.openxmlformats.org/officeDocument/2006/relationships/notesMaster" Target="/ppt/notesMasters/notesMaster1.xml" Id="Rde745d02c47b4f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557eb772f544a7" /><Relationship Type="http://schemas.openxmlformats.org/officeDocument/2006/relationships/notesMaster" Target="/ppt/notesMasters/notesMaster1.xml" Id="R3cd755a579464f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a7160ed3234e94" /><Relationship Type="http://schemas.openxmlformats.org/officeDocument/2006/relationships/notesMaster" Target="/ppt/notesMasters/notesMaster1.xml" Id="Rae641498069a49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2a179fcad14b7c" /><Relationship Type="http://schemas.openxmlformats.org/officeDocument/2006/relationships/notesMaster" Target="/ppt/notesMasters/notesMaster1.xml" Id="R154d6fa02f314b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cba1f58ec448ad" /><Relationship Type="http://schemas.openxmlformats.org/officeDocument/2006/relationships/notesMaster" Target="/ppt/notesMasters/notesMaster1.xml" Id="R3c404f31fe1743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033ed464304088" /><Relationship Type="http://schemas.openxmlformats.org/officeDocument/2006/relationships/notesMaster" Target="/ppt/notesMasters/notesMaster1.xml" Id="R2ecdb559e81148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2ffbc099ac4566" /><Relationship Type="http://schemas.openxmlformats.org/officeDocument/2006/relationships/notesMaster" Target="/ppt/notesMasters/notesMaster1.xml" Id="R104e3c7019704b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91207f9fdd4658" /><Relationship Type="http://schemas.openxmlformats.org/officeDocument/2006/relationships/image" Target="/ppt/media/image2.jpeg" Id="R6dedc9d365a34406" /><Relationship Type="http://schemas.openxmlformats.org/officeDocument/2006/relationships/image" Target="/ppt/media/image.png" Id="Raaf6e5644d4045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238e2569e1430c" /><Relationship Type="http://schemas.openxmlformats.org/officeDocument/2006/relationships/image" Target="/ppt/media/image2.jpeg" Id="R85fb1599a0b2402c" /><Relationship Type="http://schemas.openxmlformats.org/officeDocument/2006/relationships/image" Target="/ppt/media/image.png" Id="Rcca177b41df84b49" /><Relationship Type="http://schemas.openxmlformats.org/officeDocument/2006/relationships/image" Target="/ppt/media/image2.png" Id="Rff48fc2b73e34c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61058ff454f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985cb8b1b041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03a2e950c8442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6e71381f5b41d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51a80631b74ad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aff6745c6a424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9f8db09c07473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1f5efe0f0486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18f2ed867c45dc" /><Relationship Type="http://schemas.openxmlformats.org/officeDocument/2006/relationships/image" Target="/ppt/media/image3.png" Id="R4f997ece462a430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62bbe9c03e402f" /><Relationship Type="http://schemas.openxmlformats.org/officeDocument/2006/relationships/image" Target="/ppt/media/image3.png" Id="Rc39da283646341f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1dc07ee674c45" /><Relationship Type="http://schemas.openxmlformats.org/officeDocument/2006/relationships/image" Target="/ppt/media/image4.png" Id="Ref10560ace144432" /><Relationship Type="http://schemas.openxmlformats.org/officeDocument/2006/relationships/image" Target="/ppt/media/image5.png" Id="R31df8533486947e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df2a5ffa346f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0cf1e50bc7467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8dd19d4366478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eac0d5f5294773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5aa568c9f54d98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a1663741104b43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071a8aa7bf4335" /><Relationship Type="http://schemas.openxmlformats.org/officeDocument/2006/relationships/image" Target="/ppt/media/image2.jpeg" Id="R6303a32c94934717" /><Relationship Type="http://schemas.openxmlformats.org/officeDocument/2006/relationships/image" Target="/ppt/media/image.png" Id="R605312d92d514147" /></Relationships>
</file>

<file path=ppt/slideLayouts/slideLayout1.xml><?xml version="1.0" encoding="utf-8"?>
<p:sldLayout xmlns:p="http://schemas.openxmlformats.org/presentationml/2006/main" preserve="1" userDrawn="1">
  <p:cSld name="Standardfolie - Universal mit Hintergrund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platzhalter 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edc9d365a34406"/>
          <a:srcRect xmlns:a="http://schemas.openxmlformats.org/drawingml/2006/main" l="2310" t="0" r="2310" b="0"/>
          <a:stretch xmlns:a="http://schemas.openxmlformats.org/drawingml/2006/main"/>
        </p:blipFill>
        <p:spPr>
          <a:xfrm xmlns:a="http://schemas.openxmlformats.org/drawingml/2006/main">
            <a:off x="186600" y="1205999"/>
            <a:ext cx="11818800" cy="5472000"/>
          </a:xfrm>
          <a:prstGeom xmlns:a="http://schemas.openxmlformats.org/drawingml/2006/main" prst="rect">
            <a:avLst/>
          </a:prstGeom>
        </p:spPr>
      </p:pic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3E1E949A-4D40-4FBD-AA88-338B271184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241D660E-96DB-4D04-BB58-0939B68FC2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21AF4D-8B42-4325-B753-6611B7A6EC75}" type="datetime1">
              <a:t>19.09.2022</a:t>
            </a:fld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9F576366-4F58-47C9-BE52-330379677FFD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58D5642B-66DB-4226-8780-A02664933FED}" type="slidenum">
              <a:t>‹Nr.›</a:t>
            </a:fld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AD52321-73F7-44FF-88C2-982657C86634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Inhaltsplatzhalter 6">
            <a:extLst xmlns:a="http://schemas.openxmlformats.org/drawingml/2006/main">
              <a:ext uri="{FF2B5EF4-FFF2-40B4-BE49-F238E27FC236}">
                <a16:creationId xmlns:a16="http://schemas.microsoft.com/office/drawing/2014/main" id="{CF47EA2F-DE9C-42A1-80ED-59F70C4D51D4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515938" y="1773239"/>
            <a:ext cx="11125200" cy="4248150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</p:txBody>
      </p:sp>
      <p:pic>
        <p:nvPicPr>
          <p:cNvPr id="16" name="Grafik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6e5644d4045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55775" y="6108769"/>
            <a:ext cx="1605825" cy="452843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Z: Letzte Folie einer Präsentaio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platzhalter 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fb1599a0b2402c"/>
          <a:srcRect xmlns:a="http://schemas.openxmlformats.org/drawingml/2006/main" l="2310" t="0" r="2310" b="0"/>
          <a:stretch xmlns:a="http://schemas.openxmlformats.org/drawingml/2006/main"/>
        </p:blipFill>
        <p:spPr>
          <a:xfrm xmlns:a="http://schemas.openxmlformats.org/drawingml/2006/main">
            <a:off x="186600" y="1205999"/>
            <a:ext cx="11818800" cy="5472000"/>
          </a:xfrm>
          <a:prstGeom xmlns:a="http://schemas.openxmlformats.org/drawingml/2006/main" prst="rect">
            <a:avLst/>
          </a:prstGeom>
        </p:spPr>
      </p:pic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241D660E-96DB-4D04-BB58-0939B68FC2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21AF4D-8B42-4325-B753-6611B7A6EC75}" type="datetime1">
              <a:t>19.09.2022</a:t>
            </a:fld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9F576366-4F58-47C9-BE52-330379677FFD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fld id="{58D5642B-66DB-4226-8780-A02664933FED}" type="slidenum">
              <a:t>‹Nr.›</a:t>
            </a:fld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AD52321-73F7-44FF-88C2-982657C86634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Grafik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177b41df84b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55775" y="6108769"/>
            <a:ext cx="1605825" cy="452843"/>
          </a:xfrm>
          <a:prstGeom xmlns:a="http://schemas.openxmlformats.org/drawingml/2006/main" prst="rect">
            <a:avLst/>
          </a:prstGeom>
        </p:spPr>
      </p:pic>
      <p:sp>
        <p:nvSpPr>
          <p:cNvPr id="9" name="Textfeld 8">
            <a:extLst xmlns:a="http://schemas.openxmlformats.org/drawingml/2006/main">
              <a:ext uri="{FF2B5EF4-FFF2-40B4-BE49-F238E27FC236}">
                <a16:creationId xmlns:a16="http://schemas.microsoft.com/office/drawing/2014/main" id="{20CD5AD1-118F-42BF-82F9-176311C7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43" y="3940404"/>
            <a:ext cx="4552484" cy="21612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6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Bei Fragen nehmen Sie gerne Kontakt auf: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endParaRPr sz="1100" b="1">
              <a:solidFill>
                <a:schemeClr val="accent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1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Provadis School </a:t>
            </a:r>
            <a:r>
              <a:rPr sz="11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of</a:t>
            </a:r>
            <a:r>
              <a:rPr sz="11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 International Management and Technologies AG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100" b="1">
                <a:solidFill>
                  <a:schemeClr val="accent1"/>
                </a:solidFill>
                <a:highlight>
                  <a:srgbClr val="FFFF00"/>
                </a:highlight>
                <a:latin typeface="+mn-lt"/>
                <a:ea typeface="+mn-lt"/>
                <a:cs typeface="+mn-lt"/>
              </a:rPr>
              <a:t>Name der/des Dozent/in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10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Industriepark Höchst – Geb. B835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10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65926 Frankfurt am Main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10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Tel.: </a:t>
            </a:r>
            <a:r>
              <a:rPr sz="1100">
                <a:solidFill>
                  <a:schemeClr val="accent1"/>
                </a:solidFill>
                <a:highlight>
                  <a:srgbClr val="FFFF00"/>
                </a:highlight>
                <a:latin typeface="+mn-lt"/>
                <a:ea typeface="+mn-lt"/>
                <a:cs typeface="+mn-lt"/>
              </a:rPr>
              <a:t>+49 69 305-81051 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10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Mail: </a:t>
            </a:r>
            <a:r>
              <a:rPr sz="1100">
                <a:solidFill>
                  <a:schemeClr val="accent1"/>
                </a:solidFill>
                <a:highlight>
                  <a:srgbClr val="FFFF00"/>
                </a:highlight>
                <a:latin typeface="+mn-lt"/>
                <a:ea typeface="+mn-lt"/>
                <a:cs typeface="+mn-lt"/>
              </a:rPr>
              <a:t>info@provadis-hochschule.de</a:t>
            </a:r>
            <a:endParaRPr sz="1100">
              <a:solidFill>
                <a:schemeClr val="accent1"/>
              </a:solidFill>
              <a:highlight>
                <a:srgbClr val="FFFF00"/>
              </a:highlight>
              <a:latin typeface="+mn-lt"/>
              <a:ea typeface="+mn-lt"/>
              <a:cs typeface="+mn-lt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endParaRPr sz="1100">
              <a:solidFill>
                <a:schemeClr val="accent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3" name="Grafik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8fc2b73e34c9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56360" y="1583108"/>
            <a:ext cx="4792280" cy="3891332"/>
          </a:xfrm>
          <a:prstGeom xmlns:a="http://schemas.openxmlformats.org/drawingml/2006/main" prst="rect">
            <a:avLst/>
          </a:prstGeom>
        </p:spPr>
      </p:pic>
      <p:sp>
        <p:nvSpPr>
          <p:cNvPr id="13" name="Titel 1">
            <a:extLst xmlns:a="http://schemas.openxmlformats.org/drawingml/2006/main">
              <a:ext uri="{FF2B5EF4-FFF2-40B4-BE49-F238E27FC236}">
                <a16:creationId xmlns:a16="http://schemas.microsoft.com/office/drawing/2014/main" id="{D83559BD-58CB-4358-A80B-D9ED6D84B9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0000" y="504000"/>
            <a:ext cx="8251200" cy="27699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Vielen Dank für ihre Aufmerksamkeit!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Standardfolie - Universal - ohne Hintergru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3E1E949A-4D40-4FBD-AA88-338B271184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241D660E-96DB-4D04-BB58-0939B68FC2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21AF4D-8B42-4325-B753-6611B7A6EC75}" type="datetime1">
              <a:t>19.09.2022</a:t>
            </a:fld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9F576366-4F58-47C9-BE52-330379677FFD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- </a:t>
            </a:r>
            <a:fld id="{58D5642B-66DB-4226-8780-A02664933FED}" type="slidenum">
              <a:t>‹Nr.›</a:t>
            </a:fld>
            <a:r>
              <a:t> -</a:t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AD52321-73F7-44FF-88C2-982657C86634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Inhaltsplatzhalter 6">
            <a:extLst xmlns:a="http://schemas.openxmlformats.org/drawingml/2006/main">
              <a:ext uri="{FF2B5EF4-FFF2-40B4-BE49-F238E27FC236}">
                <a16:creationId xmlns:a16="http://schemas.microsoft.com/office/drawing/2014/main" id="{CF47EA2F-DE9C-42A1-80ED-59F70C4D51D4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515938" y="1773239"/>
            <a:ext cx="11125200" cy="4248150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1_2-Spalten: Untertitel, Bild und Erkläru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602EA658-9F90-4990-A1DE-41E84F563D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C1BCE1C7-9608-4F60-836D-6BD2D92AA2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21AF4D-8B42-4325-B753-6611B7A6EC75}" type="datetime1">
              <a:t>19.09.2022</a:t>
            </a:fld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4F0F510D-4105-46E5-89D1-E1E2050DD7AD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- </a:t>
            </a:r>
            <a:fld id="{58D5642B-66DB-4226-8780-A02664933FED}" type="slidenum">
              <a:t>‹Nr.›</a:t>
            </a:fld>
            <a:r>
              <a:t> -</a:t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A4D9BD9-4639-4A11-AF05-550AB47D220A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platzhalter 4">
            <a:extLst xmlns:a="http://schemas.openxmlformats.org/drawingml/2006/main">
              <a:ext uri="{FF2B5EF4-FFF2-40B4-BE49-F238E27FC236}">
                <a16:creationId xmlns:a16="http://schemas.microsoft.com/office/drawing/2014/main" id="{93934F93-36F9-47D7-A627-052777CDBBE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806242" y="1781413"/>
            <a:ext cx="4834896" cy="4239975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marL="0" indent="0">
              <a:buNone/>
            </a:pPr>
            <a:r>
              <a:rPr sz="1800"/>
              <a:t>Text</a:t>
            </a:r>
          </a:p>
          <a:p xmlns:a="http://schemas.openxmlformats.org/drawingml/2006/main">
            <a:r>
              <a:t>Text</a:t>
            </a:r>
          </a:p>
        </p:txBody>
      </p:sp>
      <p:sp>
        <p:nvSpPr>
          <p:cNvPr id="8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51ABD192-2435-48DD-B713-5E2D47B8CFCA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39998" y="1352550"/>
            <a:ext cx="11101140" cy="420688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/>
            </a:lvl1pPr>
            <a:lvl2pPr marL="266700" indent="0">
              <a:buNone/>
              <a:defRPr/>
            </a:lvl2pPr>
            <a:lvl3pPr marL="447675" indent="0">
              <a:buNone/>
              <a:defRPr/>
            </a:lvl3pPr>
            <a:lvl4pPr marL="628650" indent="0">
              <a:buNone/>
              <a:defRPr/>
            </a:lvl4pPr>
            <a:lvl5pPr marL="93345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2-Spalten: Bild und Erkläru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602EA658-9F90-4990-A1DE-41E84F563D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C1BCE1C7-9608-4F60-836D-6BD2D92AA2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21AF4D-8B42-4325-B753-6611B7A6EC75}" type="datetime1">
              <a:t>19.09.2022</a:t>
            </a:fld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4F0F510D-4105-46E5-89D1-E1E2050DD7AD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- </a:t>
            </a:r>
            <a:fld id="{58D5642B-66DB-4226-8780-A02664933FED}" type="slidenum">
              <a:t>‹Nr.›</a:t>
            </a:fld>
            <a:r>
              <a:t> -</a:t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A4D9BD9-4639-4A11-AF05-550AB47D220A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platzhalter 4">
            <a:extLst xmlns:a="http://schemas.openxmlformats.org/drawingml/2006/main">
              <a:ext uri="{FF2B5EF4-FFF2-40B4-BE49-F238E27FC236}">
                <a16:creationId xmlns:a16="http://schemas.microsoft.com/office/drawing/2014/main" id="{93934F93-36F9-47D7-A627-052777CDBBE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806242" y="1781413"/>
            <a:ext cx="4834896" cy="4239975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marL="0" indent="0">
              <a:buNone/>
            </a:pPr>
            <a:r>
              <a:rPr sz="1800"/>
              <a:t>Text</a:t>
            </a:r>
          </a:p>
          <a:p xmlns:a="http://schemas.openxmlformats.org/drawingml/2006/main">
            <a:r>
              <a:t>Text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Seitentitel only - für Paste I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A1099D4-E0A2-44BA-A55F-310290CFE2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55CB73CD-ABAD-47E7-A8C7-5698C9D6AE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21AF4D-8B42-4325-B753-6611B7A6EC75}" type="datetime1">
              <a:t>19.09.2022</a:t>
            </a:fld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56A742BB-542F-4C1E-85B6-5F7D00364671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- </a:t>
            </a:r>
            <a:fld id="{58D5642B-66DB-4226-8780-A02664933FED}" type="slidenum">
              <a:t>‹Nr.›</a:t>
            </a:fld>
            <a:r>
              <a:t> -</a:t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E21FCA8-B828-4E29-8EF2-E15202F4A3AE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Paste-In mit Untertite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67F74CDD-463E-44AC-8635-61F11569BB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1EF6DD8A-6300-4282-A5E8-DE2A71552D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21AF4D-8B42-4325-B753-6611B7A6EC75}" type="datetime1">
              <a:t>19.09.2022</a:t>
            </a:fld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2FE06852-4588-4C8F-AA93-E5D6D4BDF06D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- </a:t>
            </a:r>
            <a:fld id="{58D5642B-66DB-4226-8780-A02664933FED}" type="slidenum">
              <a:t>‹Nr.›</a:t>
            </a:fld>
            <a:r>
              <a:t> -</a:t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54801E3A-8244-49A7-9BC2-9DBE5F5417E7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C04C97D8-523A-457F-9386-53E85C28035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515938" y="1266825"/>
            <a:ext cx="11125200" cy="50641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800"/>
            </a:lvl1pPr>
            <a:lvl2pPr marL="266700" indent="0">
              <a:buNone/>
              <a:defRPr/>
            </a:lvl2pPr>
            <a:lvl3pPr marL="447675" indent="0">
              <a:buNone/>
              <a:defRPr/>
            </a:lvl3pPr>
            <a:lvl4pPr marL="628650" indent="0">
              <a:buNone/>
              <a:defRPr/>
            </a:lvl4pPr>
            <a:lvl5pPr marL="93345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Textfolie mit Untertite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67F74CDD-463E-44AC-8635-61F11569BB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8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C04C97D8-523A-457F-9386-53E85C28035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515938" y="1266825"/>
            <a:ext cx="11125200" cy="50641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1800"/>
            </a:lvl1pPr>
            <a:lvl2pPr marL="266700" indent="0">
              <a:buNone/>
              <a:defRPr/>
            </a:lvl2pPr>
            <a:lvl3pPr marL="447675" indent="0">
              <a:buNone/>
              <a:defRPr/>
            </a:lvl3pPr>
            <a:lvl4pPr marL="628650" indent="0">
              <a:buNone/>
              <a:defRPr/>
            </a:lvl4pPr>
            <a:lvl5pPr marL="93345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33B31C0-0D57-41A8-B82D-FDB2ED29BCA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39750" y="1952625"/>
            <a:ext cx="11101388" cy="40687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998ECD5A-D7D8-41AB-A200-1548896E9EE8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21AF4D-8B42-4325-B753-6611B7A6EC75}" type="datetime1">
              <a:t>19.09.2022</a:t>
            </a:fld>
            <a:endParaRPr/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920563E8-7A52-46D8-9A72-31386CBEC7F8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0734550D-E447-44F0-BF73-8E220D9D563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- </a:t>
            </a:r>
            <a:fld id="{58D5642B-66DB-4226-8780-A02664933FED}" type="slidenum">
              <a:t>‹Nr.›</a:t>
            </a:fld>
            <a:r>
              <a:t> -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2-Spalten: Bild mit Überschrift und Erkläru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602EA658-9F90-4990-A1DE-41E84F563D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C1BCE1C7-9608-4F60-836D-6BD2D92AA2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21AF4D-8B42-4325-B753-6611B7A6EC75}" type="datetime1">
              <a:t>19.09.2022</a:t>
            </a:fld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4F0F510D-4105-46E5-89D1-E1E2050DD7AD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- </a:t>
            </a:r>
            <a:fld id="{58D5642B-66DB-4226-8780-A02664933FED}" type="slidenum">
              <a:t>‹Nr.›</a:t>
            </a:fld>
            <a:r>
              <a:t> -</a:t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A4D9BD9-4639-4A11-AF05-550AB47D220A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platzhalter 4">
            <a:extLst xmlns:a="http://schemas.openxmlformats.org/drawingml/2006/main">
              <a:ext uri="{FF2B5EF4-FFF2-40B4-BE49-F238E27FC236}">
                <a16:creationId xmlns:a16="http://schemas.microsoft.com/office/drawing/2014/main" id="{93934F93-36F9-47D7-A627-052777CDBBE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496050" y="1585675"/>
            <a:ext cx="5145088" cy="4435713"/>
          </a:xfrm>
        </p:spPr>
        <p:txBody>
          <a:bodyPr xmlns:a="http://schemas.openxmlformats.org/drawingml/2006/main" lIns="180000" tIns="0" rIns="180000" bIns="0" anchor="ctr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indent="0">
              <a:buNone/>
            </a:pPr>
            <a:r>
              <a:rPr sz="1800"/>
              <a:t>Text</a:t>
            </a:r>
          </a:p>
          <a:p xmlns:a="http://schemas.openxmlformats.org/drawingml/2006/main">
            <a:r>
              <a:t>Text</a:t>
            </a:r>
          </a:p>
        </p:txBody>
      </p:sp>
      <p:sp>
        <p:nvSpPr>
          <p:cNvPr id="20" name="Gerader Verbinder 19">
            <a:extLst xmlns:a="http://schemas.openxmlformats.org/drawingml/2006/main">
              <a:ext uri="{FF2B5EF4-FFF2-40B4-BE49-F238E27FC236}">
                <a16:creationId xmlns:a16="http://schemas.microsoft.com/office/drawing/2014/main" id="{C5FB6700-8B85-4CE9-820A-884130A5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998" y="1773238"/>
            <a:ext cx="516827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Pfeil: nach links 15">
            <a:extLst xmlns:a="http://schemas.openxmlformats.org/drawingml/2006/main">
              <a:ext uri="{FF2B5EF4-FFF2-40B4-BE49-F238E27FC236}">
                <a16:creationId xmlns:a16="http://schemas.microsoft.com/office/drawing/2014/main" id="{14DDD412-50F6-453B-8A14-C57AF199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3" y="3603123"/>
            <a:ext cx="304798" cy="787902"/>
          </a:xfrm>
          <a:prstGeom xmlns:a="http://schemas.openxmlformats.org/drawingml/2006/main" prst="leftArrow">
            <a:avLst>
              <a:gd name="adj1" fmla="val 100000"/>
              <a:gd name="adj2" fmla="val 60734"/>
            </a:avLst>
          </a:prstGeom>
          <a:noFill xmlns:a="http://schemas.openxmlformats.org/drawingml/2006/main"/>
          <a:ln xmlns:a="http://schemas.openxmlformats.org/drawingml/2006/main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Gerader Verbinder 20">
            <a:extLst xmlns:a="http://schemas.openxmlformats.org/drawingml/2006/main">
              <a:ext uri="{FF2B5EF4-FFF2-40B4-BE49-F238E27FC236}">
                <a16:creationId xmlns:a16="http://schemas.microsoft.com/office/drawing/2014/main" id="{2FD1862C-46A9-452A-9BA0-AFEF5081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1" y="2981325"/>
            <a:ext cx="0" cy="203149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Gerader Verbinder 21">
            <a:extLst xmlns:a="http://schemas.openxmlformats.org/drawingml/2006/main">
              <a:ext uri="{FF2B5EF4-FFF2-40B4-BE49-F238E27FC236}">
                <a16:creationId xmlns:a16="http://schemas.microsoft.com/office/drawing/2014/main" id="{0015BFD5-FB41-4A25-9C86-19467F95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38" y="1773238"/>
            <a:ext cx="0" cy="423997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Gerader Verbinder 22">
            <a:extLst xmlns:a="http://schemas.openxmlformats.org/drawingml/2006/main">
              <a:ext uri="{FF2B5EF4-FFF2-40B4-BE49-F238E27FC236}">
                <a16:creationId xmlns:a16="http://schemas.microsoft.com/office/drawing/2014/main" id="{7EA616C4-D4A2-4E1D-B1F2-63AAE334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1138" y="1773237"/>
            <a:ext cx="0" cy="4248151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Gerader Verbinder 23">
            <a:extLst xmlns:a="http://schemas.openxmlformats.org/drawingml/2006/main">
              <a:ext uri="{FF2B5EF4-FFF2-40B4-BE49-F238E27FC236}">
                <a16:creationId xmlns:a16="http://schemas.microsoft.com/office/drawing/2014/main" id="{E8156C72-47CE-4C8D-B61D-63F8DFFB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867" y="1773238"/>
            <a:ext cx="516827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Textplatzhalter 29">
            <a:extLst xmlns:a="http://schemas.openxmlformats.org/drawingml/2006/main">
              <a:ext uri="{FF2B5EF4-FFF2-40B4-BE49-F238E27FC236}">
                <a16:creationId xmlns:a16="http://schemas.microsoft.com/office/drawing/2014/main" id="{B35C8056-8DC8-482A-AD02-5206CF4040E5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2571731" y="1650127"/>
            <a:ext cx="660437" cy="2462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Thema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1_2-Spalten: Breites Bild mit Überschrift und Erkläru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602EA658-9F90-4990-A1DE-41E84F563D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C1BCE1C7-9608-4F60-836D-6BD2D92AA2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21AF4D-8B42-4325-B753-6611B7A6EC75}" type="datetime1">
              <a:t>19.09.2022</a:t>
            </a:fld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4F0F510D-4105-46E5-89D1-E1E2050DD7AD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- </a:t>
            </a:r>
            <a:fld id="{58D5642B-66DB-4226-8780-A02664933FED}" type="slidenum">
              <a:t>‹Nr.›</a:t>
            </a:fld>
            <a:r>
              <a:t> -</a:t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A4D9BD9-4639-4A11-AF05-550AB47D220A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platzhalter 4">
            <a:extLst xmlns:a="http://schemas.openxmlformats.org/drawingml/2006/main">
              <a:ext uri="{FF2B5EF4-FFF2-40B4-BE49-F238E27FC236}">
                <a16:creationId xmlns:a16="http://schemas.microsoft.com/office/drawing/2014/main" id="{93934F93-36F9-47D7-A627-052777CDBBE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7553324" y="1773238"/>
            <a:ext cx="4087813" cy="4248150"/>
          </a:xfrm>
        </p:spPr>
        <p:txBody>
          <a:bodyPr xmlns:a="http://schemas.openxmlformats.org/drawingml/2006/main" lIns="180000" tIns="0" rIns="180000" bIns="0" anchor="ctr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indent="0">
              <a:buNone/>
            </a:pPr>
            <a:r>
              <a:rPr sz="1800"/>
              <a:t>Text</a:t>
            </a:r>
          </a:p>
          <a:p xmlns:a="http://schemas.openxmlformats.org/drawingml/2006/main">
            <a:r>
              <a:t>Text</a:t>
            </a:r>
          </a:p>
        </p:txBody>
      </p:sp>
      <p:sp>
        <p:nvSpPr>
          <p:cNvPr id="20" name="Gerader Verbinder 19">
            <a:extLst xmlns:a="http://schemas.openxmlformats.org/drawingml/2006/main">
              <a:ext uri="{FF2B5EF4-FFF2-40B4-BE49-F238E27FC236}">
                <a16:creationId xmlns:a16="http://schemas.microsoft.com/office/drawing/2014/main" id="{2AD217FB-6DE7-4C92-84B0-170961BC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998" y="1773238"/>
            <a:ext cx="6276727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Pfeil: nach links 15">
            <a:extLst xmlns:a="http://schemas.openxmlformats.org/drawingml/2006/main">
              <a:ext uri="{FF2B5EF4-FFF2-40B4-BE49-F238E27FC236}">
                <a16:creationId xmlns:a16="http://schemas.microsoft.com/office/drawing/2014/main" id="{14DDD412-50F6-453B-8A14-C57AF199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8" y="3603123"/>
            <a:ext cx="304798" cy="787902"/>
          </a:xfrm>
          <a:prstGeom xmlns:a="http://schemas.openxmlformats.org/drawingml/2006/main" prst="leftArrow">
            <a:avLst>
              <a:gd name="adj1" fmla="val 100000"/>
              <a:gd name="adj2" fmla="val 60734"/>
            </a:avLst>
          </a:prstGeom>
          <a:noFill xmlns:a="http://schemas.openxmlformats.org/drawingml/2006/main"/>
          <a:ln xmlns:a="http://schemas.openxmlformats.org/drawingml/2006/main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Gerader Verbinder 20">
            <a:extLst xmlns:a="http://schemas.openxmlformats.org/drawingml/2006/main">
              <a:ext uri="{FF2B5EF4-FFF2-40B4-BE49-F238E27FC236}">
                <a16:creationId xmlns:a16="http://schemas.microsoft.com/office/drawing/2014/main" id="{60FCB64D-6105-48FD-8792-D31CC30A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6" y="2981325"/>
            <a:ext cx="0" cy="203149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Gerader Verbinder 21">
            <a:extLst xmlns:a="http://schemas.openxmlformats.org/drawingml/2006/main">
              <a:ext uri="{FF2B5EF4-FFF2-40B4-BE49-F238E27FC236}">
                <a16:creationId xmlns:a16="http://schemas.microsoft.com/office/drawing/2014/main" id="{2122E9D7-5548-4DE8-AD20-252CECB5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38" y="1753104"/>
            <a:ext cx="0" cy="4268284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Gerader Verbinder 22">
            <a:extLst xmlns:a="http://schemas.openxmlformats.org/drawingml/2006/main">
              <a:ext uri="{FF2B5EF4-FFF2-40B4-BE49-F238E27FC236}">
                <a16:creationId xmlns:a16="http://schemas.microsoft.com/office/drawing/2014/main" id="{C93F5AB8-A73F-4D81-BF3A-D12C8D92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1138" y="1773237"/>
            <a:ext cx="0" cy="4248151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Gerader Verbinder 23">
            <a:extLst xmlns:a="http://schemas.openxmlformats.org/drawingml/2006/main">
              <a:ext uri="{FF2B5EF4-FFF2-40B4-BE49-F238E27FC236}">
                <a16:creationId xmlns:a16="http://schemas.microsoft.com/office/drawing/2014/main" id="{2B5C41B3-AEBA-418A-8490-48092BAA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4" y="1773238"/>
            <a:ext cx="4087814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Textplatzhalter 29">
            <a:extLst xmlns:a="http://schemas.openxmlformats.org/drawingml/2006/main">
              <a:ext uri="{FF2B5EF4-FFF2-40B4-BE49-F238E27FC236}">
                <a16:creationId xmlns:a16="http://schemas.microsoft.com/office/drawing/2014/main" id="{B35C8056-8DC8-482A-AD02-5206CF4040E5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18664" y="1650127"/>
            <a:ext cx="660437" cy="2462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Thema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1_2-Spalten: Übu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602EA658-9F90-4990-A1DE-41E84F563D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C1BCE1C7-9608-4F60-836D-6BD2D92AA2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21AF4D-8B42-4325-B753-6611B7A6EC75}" type="datetime1">
              <a:t>19.09.2022</a:t>
            </a:fld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4F0F510D-4105-46E5-89D1-E1E2050DD7AD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- </a:t>
            </a:r>
            <a:fld id="{58D5642B-66DB-4226-8780-A02664933FED}" type="slidenum">
              <a:t>‹Nr.›</a:t>
            </a:fld>
            <a:r>
              <a:t> -</a:t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A4D9BD9-4639-4A11-AF05-550AB47D220A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platzhalter 4">
            <a:extLst xmlns:a="http://schemas.openxmlformats.org/drawingml/2006/main">
              <a:ext uri="{FF2B5EF4-FFF2-40B4-BE49-F238E27FC236}">
                <a16:creationId xmlns:a16="http://schemas.microsoft.com/office/drawing/2014/main" id="{93934F93-36F9-47D7-A627-052777CDBBE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886325" y="1781413"/>
            <a:ext cx="6754813" cy="4239975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marL="0" indent="0">
              <a:buNone/>
            </a:pPr>
            <a:r>
              <a:rPr sz="1800"/>
              <a:t>Text</a:t>
            </a:r>
          </a:p>
          <a:p xmlns:a="http://schemas.openxmlformats.org/drawingml/2006/main">
            <a:r>
              <a:t>Text</a:t>
            </a:r>
          </a:p>
        </p:txBody>
      </p:sp>
      <p:pic>
        <p:nvPicPr>
          <p:cNvPr id="16" name="Grafik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97ece462a43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5812" y="1764814"/>
            <a:ext cx="3132931" cy="3132931"/>
          </a:xfrm>
          <a:prstGeom xmlns:a="http://schemas.openxmlformats.org/drawingml/2006/main" prst="rect">
            <a:avLst/>
          </a:prstGeom>
        </p:spPr>
      </p:pic>
      <p:sp>
        <p:nvSpPr>
          <p:cNvPr id="9" name="Textplatzhalter 8">
            <a:extLst xmlns:a="http://schemas.openxmlformats.org/drawingml/2006/main">
              <a:ext uri="{FF2B5EF4-FFF2-40B4-BE49-F238E27FC236}">
                <a16:creationId xmlns:a16="http://schemas.microsoft.com/office/drawing/2014/main" id="{1AE92E6F-33BF-476B-9220-F6FF1195F7E6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266825" y="4990809"/>
            <a:ext cx="1943100" cy="103057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266700" indent="-266700">
              <a:buFont typeface="Courier New"/>
              <a:buChar char="o"/>
              <a:defRPr sz="1400" i="1">
                <a:latin typeface="Comic Sans MS"/>
                <a:ea typeface="Comic Sans MS"/>
                <a:cs typeface="Comic Sans MS"/>
              </a:defRPr>
            </a:lvl1pPr>
          </a:lstStyle>
          <a:p xmlns:a="http://schemas.openxmlformats.org/drawingml/2006/main">
            <a:pPr lvl="0">
              <a:buNone/>
            </a:pPr>
            <a:r>
              <a:t>XX Minuten</a:t>
            </a:r>
          </a:p>
          <a:p xmlns:a="http://schemas.openxmlformats.org/drawingml/2006/main">
            <a:pPr lvl="0">
              <a:buNone/>
            </a:pPr>
            <a:r>
              <a:t>Jetzt / </a:t>
            </a:r>
            <a:r>
              <a:t>SelfStudy</a:t>
            </a:r>
            <a:endParaRPr/>
          </a:p>
          <a:p xmlns:a="http://schemas.openxmlformats.org/drawingml/2006/main">
            <a:pPr lvl="0">
              <a:buNone/>
            </a:pPr>
            <a:r>
              <a:t>Alleine / Gruppenarbeit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Übung mit Paste I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602EA658-9F90-4990-A1DE-41E84F563D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C1BCE1C7-9608-4F60-836D-6BD2D92AA2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21AF4D-8B42-4325-B753-6611B7A6EC75}" type="datetime1">
              <a:t>19.09.2022</a:t>
            </a:fld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4F0F510D-4105-46E5-89D1-E1E2050DD7AD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- </a:t>
            </a:r>
            <a:fld id="{58D5642B-66DB-4226-8780-A02664933FED}" type="slidenum">
              <a:t>‹Nr.›</a:t>
            </a:fld>
            <a:r>
              <a:t> -</a:t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A4D9BD9-4639-4A11-AF05-550AB47D220A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platzhalter 4">
            <a:extLst xmlns:a="http://schemas.openxmlformats.org/drawingml/2006/main">
              <a:ext uri="{FF2B5EF4-FFF2-40B4-BE49-F238E27FC236}">
                <a16:creationId xmlns:a16="http://schemas.microsoft.com/office/drawing/2014/main" id="{93934F93-36F9-47D7-A627-052777CDBBE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15938" y="3429000"/>
            <a:ext cx="4859337" cy="2592388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marL="0" indent="0">
              <a:buNone/>
            </a:pPr>
            <a:r>
              <a:rPr sz="1800"/>
              <a:t>Text</a:t>
            </a:r>
          </a:p>
          <a:p xmlns:a="http://schemas.openxmlformats.org/drawingml/2006/main">
            <a:r>
              <a:t>Text</a:t>
            </a:r>
          </a:p>
        </p:txBody>
      </p:sp>
      <p:pic>
        <p:nvPicPr>
          <p:cNvPr id="16" name="Grafik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da283646341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2158" y="1406518"/>
            <a:ext cx="1889334" cy="1889334"/>
          </a:xfrm>
          <a:prstGeom xmlns:a="http://schemas.openxmlformats.org/drawingml/2006/main" prst="rect">
            <a:avLst/>
          </a:prstGeom>
        </p:spPr>
      </p:pic>
      <p:sp>
        <p:nvSpPr>
          <p:cNvPr id="9" name="Textplatzhalter 8">
            <a:extLst xmlns:a="http://schemas.openxmlformats.org/drawingml/2006/main">
              <a:ext uri="{FF2B5EF4-FFF2-40B4-BE49-F238E27FC236}">
                <a16:creationId xmlns:a16="http://schemas.microsoft.com/office/drawing/2014/main" id="{1AE92E6F-33BF-476B-9220-F6FF1195F7E6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2211492" y="1794647"/>
            <a:ext cx="1943100" cy="1113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266700" indent="-266700">
              <a:buFont typeface="Courier New"/>
              <a:buChar char="o"/>
              <a:defRPr sz="1400" i="1">
                <a:latin typeface="Comic Sans MS"/>
                <a:ea typeface="Comic Sans MS"/>
                <a:cs typeface="Comic Sans MS"/>
              </a:defRPr>
            </a:lvl1pPr>
          </a:lstStyle>
          <a:p xmlns:a="http://schemas.openxmlformats.org/drawingml/2006/main">
            <a:pPr lvl="0">
              <a:buNone/>
            </a:pPr>
            <a:r>
              <a:t>XX Minuten</a:t>
            </a:r>
          </a:p>
          <a:p xmlns:a="http://schemas.openxmlformats.org/drawingml/2006/main">
            <a:pPr lvl="0">
              <a:buNone/>
            </a:pPr>
            <a:r>
              <a:t>Jetzt / </a:t>
            </a:r>
            <a:r>
              <a:t>SelfStudy</a:t>
            </a:r>
            <a:endParaRPr/>
          </a:p>
          <a:p xmlns:a="http://schemas.openxmlformats.org/drawingml/2006/main">
            <a:pPr lvl="0">
              <a:buNone/>
            </a:pPr>
            <a:r>
              <a:t>Alleine / Gruppenarbeit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showMasterSp="0" preserve="1" userDrawn="1">
  <p:cSld name="Kapitel-Trennblatt">
    <p:bg>
      <p:bgPr>
        <a:solidFill xmlns:a="http://schemas.openxmlformats.org/drawingml/2006/main">
          <a:srgbClr val="1A376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Grafik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0560ace1444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41F02CBF-F60A-488B-AA21-626B7F9841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5494" y="2532999"/>
            <a:ext cx="10615643" cy="150560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>
                <a:solidFill>
                  <a:schemeClr val="tx2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r>
              <a:t>Mastertitelformat bearbeiten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6DB50A2A-F452-4C17-A778-F75A5EBA0754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8D5642B-66DB-4226-8780-A02664933FED}" type="slidenum">
              <a:t>‹Nr.›</a:t>
            </a:fld>
            <a:endParaRPr/>
          </a:p>
        </p:txBody>
      </p:sp>
      <p:pic>
        <p:nvPicPr>
          <p:cNvPr id="10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f8533486947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54559" y="5878661"/>
            <a:ext cx="1908804" cy="53801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4.xml><?xml version="1.0" encoding="utf-8"?>
<p:sldLayout xmlns:p="http://schemas.openxmlformats.org/presentationml/2006/main" preserve="1" userDrawn="1">
  <p:cSld name="Standardfolie - Bullet Poin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83B8DB75-9FD9-4F03-9E01-8A6909B7E8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52D7A847-A889-40DC-8110-13D5CD69B9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21AF4D-8B42-4325-B753-6611B7A6EC75}" type="datetime1">
              <a:t>19.09.2022</a:t>
            </a:fld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F41C3965-5962-4609-9AF0-208914872021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- </a:t>
            </a:r>
            <a:fld id="{58D5642B-66DB-4226-8780-A02664933FED}" type="slidenum">
              <a:t>‹Nr.›</a:t>
            </a:fld>
            <a:r>
              <a:t> -</a:t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5619E2C-B414-47DC-83DF-7784FF8652F7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9721AF40-817A-45F1-AB3D-912B88AA8B7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539750" y="1773239"/>
            <a:ext cx="11101388" cy="4248150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. Folie der Präsentation - Titelblat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ldplatzhalter 4">
            <a:extLst xmlns:a="http://schemas.openxmlformats.org/drawingml/2006/main">
              <a:ext uri="{FF2B5EF4-FFF2-40B4-BE49-F238E27FC236}">
                <a16:creationId xmlns:a16="http://schemas.microsoft.com/office/drawing/2014/main" id="{AA9278A7-523C-4987-82C8-2FFA30E495FC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86600" y="1205999"/>
            <a:ext cx="11818800" cy="547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lIns="0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14A8C52-9F18-43ED-A14B-BB35677CEC4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86600" y="5597997"/>
            <a:ext cx="6480000" cy="1080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192"/>
          </a:solidFill>
        </p:spPr>
        <p:txBody>
          <a:bodyPr xmlns:a="http://schemas.openxmlformats.org/drawingml/2006/main" lIns="180000" tIns="72000" rIns="360000" bIns="72000" anchor="ctr">
            <a:noAutofit/>
          </a:bodyPr>
          <a:lstStyle xmlns:a="http://schemas.openxmlformats.org/drawingml/2006/main">
            <a:lvl1pPr>
              <a:spcBef>
                <a:spcPts val="600"/>
              </a:spcBef>
              <a:buNone/>
              <a:defRPr sz="2200" b="0" kern="1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Titel der Präsentation, der maximal über zwei Zeilen gehen sollte (durch Klicken bearbeiten)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86315CBF-9FB0-4ECC-A785-47EDA5B8B91E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86601" y="5235642"/>
            <a:ext cx="6479999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7CD"/>
          </a:solidFill>
        </p:spPr>
        <p:txBody>
          <a:bodyPr xmlns:a="http://schemas.openxmlformats.org/drawingml/2006/main" lIns="180000" anchor="ctr"/>
          <a:lstStyle xmlns:a="http://schemas.openxmlformats.org/drawingml/2006/main">
            <a:lvl1pPr marL="0" indent="0" algn="l">
              <a:buNone/>
              <a:defRPr b="1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Titel/Vorname/Nachname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1_2 Säule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1E314A4F-A887-4BD9-9CBC-D84BBC089CC8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515937" y="2158005"/>
            <a:ext cx="4717543" cy="3863384"/>
          </a:xfrm>
        </p:spPr>
        <p:txBody>
          <a:bodyPr xmlns:a="http://schemas.openxmlformats.org/drawingml/2006/main" lIns="108000" tIns="72000" rIns="72000" bIns="72000">
            <a:normAutofit/>
          </a:bodyPr>
          <a:lstStyle xmlns:a="http://schemas.openxmlformats.org/drawingml/2006/main">
            <a:lvl1pPr>
              <a:buNone/>
              <a:defRPr sz="1400" b="1">
                <a:solidFill>
                  <a:srgbClr val="005192"/>
                </a:solidFill>
              </a:defRPr>
            </a:lvl1pPr>
          </a:lstStyle>
          <a:p xmlns:a="http://schemas.openxmlformats.org/drawingml/2006/main">
            <a:endParaRPr sz="1400" b="0"/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8ACD8B9-B228-45C7-9958-82BD82746B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0F562165-65B9-4D0F-A2E2-2CEB10B096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21AF4D-8B42-4325-B753-6611B7A6EC75}" type="datetime1">
              <a:t>19.09.2022</a:t>
            </a:fld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14778618-FA1D-4E92-B156-943B92FF1F42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- </a:t>
            </a:r>
            <a:fld id="{58D5642B-66DB-4226-8780-A02664933FED}" type="slidenum">
              <a:t>‹Nr.›</a:t>
            </a:fld>
            <a:r>
              <a:t> -</a:t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5E004DF-0A92-41B6-8954-8C628DEBAFBB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581AD768-0930-4653-B4EA-6AC504B1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37" y="1472606"/>
            <a:ext cx="4717543" cy="57612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5875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4BA9FD76-E3A5-4405-BBB8-8D919421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37" y="2158005"/>
            <a:ext cx="4717543" cy="3863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875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602E370E-739E-410C-B007-7DD62021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088" y="2158005"/>
            <a:ext cx="3427412" cy="4042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8000" tIns="72000" rIns="72000" bIns="72000">
            <a:normAutofit/>
          </a:bodyPr>
          <a:lstStyle xmlns:a="http://schemas.openxmlformats.org/drawingml/2006/main">
            <a:lvl1pPr marL="266700" indent="-266700" algn="l" defTabSz="914400">
              <a:spcBef>
                <a:spcPts val="600"/>
              </a:spcBef>
              <a:buFont typeface="Arial"/>
              <a:buChar char="•"/>
              <a:defRPr sz="1600" b="1" kern="1200">
                <a:solidFill>
                  <a:srgbClr val="093A80"/>
                </a:solidFill>
                <a:latin typeface="+mn-lt"/>
                <a:ea typeface="+mn-lt"/>
                <a:cs typeface="+mn-lt"/>
              </a:defRPr>
            </a:lvl1pPr>
            <a:lvl2pPr marL="477838" indent="-211138" algn="l" defTabSz="914400">
              <a:spcBef>
                <a:spcPts val="400"/>
              </a:spcBef>
              <a:buFont typeface="Symbol"/>
              <a:buChar char="-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80975" algn="l" defTabSz="914400">
              <a:spcBef>
                <a:spcPts val="300"/>
              </a:spcBef>
              <a:buFont typeface="Courier New"/>
              <a:buChar char="o"/>
              <a:defRPr sz="1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95350" indent="-266700" algn="l" defTabSz="914400">
              <a:spcBef>
                <a:spcPts val="200"/>
              </a:spcBef>
              <a:buFont typeface="Wingdings"/>
              <a:buChar char="Ø"/>
              <a:defRPr sz="1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162050" indent="-228600" algn="l" defTabSz="914400">
              <a:spcBef>
                <a:spcPts val="1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</a:pPr>
            <a:endParaRPr sz="1400" b="0"/>
          </a:p>
        </p:txBody>
      </p:sp>
      <p:sp>
        <p:nvSpPr>
          <p:cNvPr id="19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21C94E62-1288-44B1-821C-3A0440CC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8326" y="2158005"/>
            <a:ext cx="3427412" cy="4042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8000" tIns="72000" rIns="72000" bIns="72000">
            <a:normAutofit/>
          </a:bodyPr>
          <a:lstStyle xmlns:a="http://schemas.openxmlformats.org/drawingml/2006/main">
            <a:lvl1pPr marL="266700" indent="-266700" algn="l" defTabSz="914400">
              <a:spcBef>
                <a:spcPts val="600"/>
              </a:spcBef>
              <a:buFont typeface="Arial"/>
              <a:buChar char="•"/>
              <a:defRPr sz="1600" b="1" kern="1200">
                <a:solidFill>
                  <a:srgbClr val="093A80"/>
                </a:solidFill>
                <a:latin typeface="+mn-lt"/>
                <a:ea typeface="+mn-lt"/>
                <a:cs typeface="+mn-lt"/>
              </a:defRPr>
            </a:lvl1pPr>
            <a:lvl2pPr marL="477838" indent="-211138" algn="l" defTabSz="914400">
              <a:spcBef>
                <a:spcPts val="400"/>
              </a:spcBef>
              <a:buFont typeface="Symbol"/>
              <a:buChar char="-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80975" algn="l" defTabSz="914400">
              <a:spcBef>
                <a:spcPts val="300"/>
              </a:spcBef>
              <a:buFont typeface="Courier New"/>
              <a:buChar char="o"/>
              <a:defRPr sz="1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95350" indent="-266700" algn="l" defTabSz="914400">
              <a:spcBef>
                <a:spcPts val="200"/>
              </a:spcBef>
              <a:buFont typeface="Wingdings"/>
              <a:buChar char="Ø"/>
              <a:defRPr sz="1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162050" indent="-228600" algn="l" defTabSz="914400">
              <a:spcBef>
                <a:spcPts val="1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</a:pPr>
            <a:endParaRPr sz="1400" b="0"/>
          </a:p>
        </p:txBody>
      </p:sp>
      <p:sp>
        <p:nvSpPr>
          <p:cNvPr id="29" name="Textplatzhalter 23">
            <a:extLst xmlns:a="http://schemas.openxmlformats.org/drawingml/2006/main">
              <a:ext uri="{FF2B5EF4-FFF2-40B4-BE49-F238E27FC236}">
                <a16:creationId xmlns:a16="http://schemas.microsoft.com/office/drawing/2014/main" id="{0A7FC5AD-178A-47A6-8619-8F3008CA8C8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15937" y="1472607"/>
            <a:ext cx="4717543" cy="576856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>
                <a:latin typeface="+mj-lt"/>
                <a:ea typeface="+mj-lt"/>
                <a:cs typeface="+mj-lt"/>
              </a:defRPr>
            </a:lvl1pPr>
            <a:lvl2pPr marL="266700" indent="0">
              <a:buNone/>
              <a:defRPr/>
            </a:lvl2pPr>
            <a:lvl3pPr marL="447675" indent="0">
              <a:buNone/>
              <a:defRPr/>
            </a:lvl3pPr>
            <a:lvl4pPr marL="628650" indent="0">
              <a:buNone/>
              <a:defRPr/>
            </a:lvl4pPr>
            <a:lvl5pPr marL="93345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2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9777E1AB-5E2E-452E-9501-A3FBBC12F8F9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6923595" y="2158005"/>
            <a:ext cx="4717543" cy="3863384"/>
          </a:xfrm>
        </p:spPr>
        <p:txBody>
          <a:bodyPr xmlns:a="http://schemas.openxmlformats.org/drawingml/2006/main" lIns="108000" tIns="72000" rIns="72000" bIns="72000">
            <a:normAutofit/>
          </a:bodyPr>
          <a:lstStyle xmlns:a="http://schemas.openxmlformats.org/drawingml/2006/main">
            <a:lvl1pPr>
              <a:buNone/>
              <a:defRPr sz="1400" b="1">
                <a:solidFill>
                  <a:srgbClr val="005192"/>
                </a:solidFill>
              </a:defRPr>
            </a:lvl1pPr>
          </a:lstStyle>
          <a:p xmlns:a="http://schemas.openxmlformats.org/drawingml/2006/main">
            <a:endParaRPr sz="1400" b="0"/>
          </a:p>
        </p:txBody>
      </p:sp>
      <p:sp>
        <p:nvSpPr>
          <p:cNvPr id="24" name="Rechteck 23">
            <a:extLst xmlns:a="http://schemas.openxmlformats.org/drawingml/2006/main">
              <a:ext uri="{FF2B5EF4-FFF2-40B4-BE49-F238E27FC236}">
                <a16:creationId xmlns:a16="http://schemas.microsoft.com/office/drawing/2014/main" id="{1976EB98-F5E3-49DA-AB44-94324EA0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3595" y="1472606"/>
            <a:ext cx="4717543" cy="57612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5875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5" name="Rechteck 24">
            <a:extLst xmlns:a="http://schemas.openxmlformats.org/drawingml/2006/main">
              <a:ext uri="{FF2B5EF4-FFF2-40B4-BE49-F238E27FC236}">
                <a16:creationId xmlns:a16="http://schemas.microsoft.com/office/drawing/2014/main" id="{0668DD27-B0DB-4334-9440-586F4181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3595" y="2158005"/>
            <a:ext cx="4717543" cy="3863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875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platzhalter 23">
            <a:extLst xmlns:a="http://schemas.openxmlformats.org/drawingml/2006/main">
              <a:ext uri="{FF2B5EF4-FFF2-40B4-BE49-F238E27FC236}">
                <a16:creationId xmlns:a16="http://schemas.microsoft.com/office/drawing/2014/main" id="{6FBD114B-5872-4C8B-863E-FC5E521ACFE4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6923595" y="1472607"/>
            <a:ext cx="4717543" cy="576856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>
                <a:latin typeface="+mj-lt"/>
                <a:ea typeface="+mj-lt"/>
                <a:cs typeface="+mj-lt"/>
              </a:defRPr>
            </a:lvl1pPr>
            <a:lvl2pPr marL="266700" indent="0">
              <a:buNone/>
              <a:defRPr/>
            </a:lvl2pPr>
            <a:lvl3pPr marL="447675" indent="0">
              <a:buNone/>
              <a:defRPr/>
            </a:lvl3pPr>
            <a:lvl4pPr marL="628650" indent="0">
              <a:buNone/>
              <a:defRPr/>
            </a:lvl4pPr>
            <a:lvl5pPr marL="93345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3 Säule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1E314A4F-A887-4BD9-9CBC-D84BBC089CC8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515938" y="2158004"/>
            <a:ext cx="3427412" cy="4151313"/>
          </a:xfrm>
        </p:spPr>
        <p:txBody>
          <a:bodyPr xmlns:a="http://schemas.openxmlformats.org/drawingml/2006/main" lIns="108000" tIns="72000" rIns="72000" bIns="72000">
            <a:normAutofit/>
          </a:bodyPr>
          <a:lstStyle xmlns:a="http://schemas.openxmlformats.org/drawingml/2006/main">
            <a:lvl1pPr>
              <a:buNone/>
              <a:defRPr sz="1400" b="1">
                <a:solidFill>
                  <a:srgbClr val="005192"/>
                </a:solidFill>
              </a:defRPr>
            </a:lvl1pPr>
          </a:lstStyle>
          <a:p xmlns:a="http://schemas.openxmlformats.org/drawingml/2006/main">
            <a:endParaRPr sz="1400" b="0"/>
          </a:p>
        </p:txBody>
      </p:sp>
      <p:sp>
        <p:nvSpPr>
          <p:cNvPr id="21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426C0F9D-8713-4A23-801B-0338FF571C3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4373564" y="2158004"/>
            <a:ext cx="3427412" cy="4151313"/>
          </a:xfrm>
        </p:spPr>
        <p:txBody>
          <a:bodyPr xmlns:a="http://schemas.openxmlformats.org/drawingml/2006/main" lIns="108000" tIns="72000" rIns="72000" bIns="72000">
            <a:normAutofit/>
          </a:bodyPr>
          <a:lstStyle xmlns:a="http://schemas.openxmlformats.org/drawingml/2006/main">
            <a:lvl1pPr>
              <a:buNone/>
              <a:defRPr sz="1400" b="1">
                <a:solidFill>
                  <a:srgbClr val="005192"/>
                </a:solidFill>
              </a:defRPr>
            </a:lvl1pPr>
          </a:lstStyle>
          <a:p xmlns:a="http://schemas.openxmlformats.org/drawingml/2006/main">
            <a:endParaRPr sz="1400" b="0"/>
          </a:p>
        </p:txBody>
      </p:sp>
      <p:sp>
        <p:nvSpPr>
          <p:cNvPr id="22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E8D30102-9D46-41A5-9AB9-EEDE2F9228F9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8193090" y="2158004"/>
            <a:ext cx="3427412" cy="4151313"/>
          </a:xfrm>
        </p:spPr>
        <p:txBody>
          <a:bodyPr xmlns:a="http://schemas.openxmlformats.org/drawingml/2006/main" lIns="108000" tIns="72000" rIns="72000" bIns="72000">
            <a:normAutofit/>
          </a:bodyPr>
          <a:lstStyle xmlns:a="http://schemas.openxmlformats.org/drawingml/2006/main">
            <a:lvl1pPr>
              <a:buNone/>
              <a:defRPr sz="1400" b="1">
                <a:solidFill>
                  <a:srgbClr val="005192"/>
                </a:solidFill>
              </a:defRPr>
            </a:lvl1pPr>
          </a:lstStyle>
          <a:p xmlns:a="http://schemas.openxmlformats.org/drawingml/2006/main">
            <a:endParaRPr sz="1400" b="0"/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8ACD8B9-B228-45C7-9958-82BD82746B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0F562165-65B9-4D0F-A2E2-2CEB10B096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21AF4D-8B42-4325-B753-6611B7A6EC75}" type="datetime1">
              <a:t>19.09.2022</a:t>
            </a:fld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14778618-FA1D-4E92-B156-943B92FF1F42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- </a:t>
            </a:r>
            <a:fld id="{58D5642B-66DB-4226-8780-A02664933FED}" type="slidenum">
              <a:t>‹Nr.›</a:t>
            </a:fld>
            <a:r>
              <a:t> -</a:t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5E004DF-0A92-41B6-8954-8C628DEBAFBB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581AD768-0930-4653-B4EA-6AC504B1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38" y="1472606"/>
            <a:ext cx="3427412" cy="57612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5875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4BA9FD76-E3A5-4405-BBB8-8D919421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38" y="2158005"/>
            <a:ext cx="3427412" cy="3863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875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hteck 12">
            <a:extLst xmlns:a="http://schemas.openxmlformats.org/drawingml/2006/main">
              <a:ext uri="{FF2B5EF4-FFF2-40B4-BE49-F238E27FC236}">
                <a16:creationId xmlns:a16="http://schemas.microsoft.com/office/drawing/2014/main" id="{FDD233B3-9A50-4586-A8D7-32CA9F8B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088" y="2158005"/>
            <a:ext cx="3427412" cy="3863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875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602E370E-739E-410C-B007-7DD62021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088" y="2158005"/>
            <a:ext cx="3427412" cy="4042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8000" tIns="72000" rIns="72000" bIns="72000">
            <a:normAutofit/>
          </a:bodyPr>
          <a:lstStyle xmlns:a="http://schemas.openxmlformats.org/drawingml/2006/main">
            <a:lvl1pPr marL="266700" indent="-266700" algn="l" defTabSz="914400">
              <a:spcBef>
                <a:spcPts val="600"/>
              </a:spcBef>
              <a:buFont typeface="Arial"/>
              <a:buChar char="•"/>
              <a:defRPr sz="1600" b="1" kern="1200">
                <a:solidFill>
                  <a:srgbClr val="093A80"/>
                </a:solidFill>
                <a:latin typeface="+mn-lt"/>
                <a:ea typeface="+mn-lt"/>
                <a:cs typeface="+mn-lt"/>
              </a:defRPr>
            </a:lvl1pPr>
            <a:lvl2pPr marL="477838" indent="-211138" algn="l" defTabSz="914400">
              <a:spcBef>
                <a:spcPts val="400"/>
              </a:spcBef>
              <a:buFont typeface="Symbol"/>
              <a:buChar char="-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80975" algn="l" defTabSz="914400">
              <a:spcBef>
                <a:spcPts val="300"/>
              </a:spcBef>
              <a:buFont typeface="Courier New"/>
              <a:buChar char="o"/>
              <a:defRPr sz="1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95350" indent="-266700" algn="l" defTabSz="914400">
              <a:spcBef>
                <a:spcPts val="200"/>
              </a:spcBef>
              <a:buFont typeface="Wingdings"/>
              <a:buChar char="Ø"/>
              <a:defRPr sz="1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162050" indent="-228600" algn="l" defTabSz="914400">
              <a:spcBef>
                <a:spcPts val="1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</a:pPr>
            <a:endParaRPr sz="1400" b="0"/>
          </a:p>
        </p:txBody>
      </p:sp>
      <p:sp>
        <p:nvSpPr>
          <p:cNvPr id="17" name="Rechteck 16">
            <a:extLst xmlns:a="http://schemas.openxmlformats.org/drawingml/2006/main">
              <a:ext uri="{FF2B5EF4-FFF2-40B4-BE49-F238E27FC236}">
                <a16:creationId xmlns:a16="http://schemas.microsoft.com/office/drawing/2014/main" id="{2AFC34D7-9DF3-4101-856A-AB724294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7376" y="2158005"/>
            <a:ext cx="3427412" cy="3863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875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D2172CEE-B918-4973-90B5-D9CF86F7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7376" y="2158005"/>
            <a:ext cx="3427412" cy="4042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8000" tIns="72000" rIns="72000" bIns="72000">
            <a:normAutofit/>
          </a:bodyPr>
          <a:lstStyle xmlns:a="http://schemas.openxmlformats.org/drawingml/2006/main">
            <a:lvl1pPr marL="266700" indent="-266700" algn="l" defTabSz="914400">
              <a:spcBef>
                <a:spcPts val="600"/>
              </a:spcBef>
              <a:buFont typeface="Arial"/>
              <a:buChar char="•"/>
              <a:defRPr sz="1600" b="1" kern="1200">
                <a:solidFill>
                  <a:srgbClr val="093A80"/>
                </a:solidFill>
                <a:latin typeface="+mn-lt"/>
                <a:ea typeface="+mn-lt"/>
                <a:cs typeface="+mn-lt"/>
              </a:defRPr>
            </a:lvl1pPr>
            <a:lvl2pPr marL="477838" indent="-211138" algn="l" defTabSz="914400">
              <a:spcBef>
                <a:spcPts val="400"/>
              </a:spcBef>
              <a:buFont typeface="Symbol"/>
              <a:buChar char="-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80975" algn="l" defTabSz="914400">
              <a:spcBef>
                <a:spcPts val="300"/>
              </a:spcBef>
              <a:buFont typeface="Courier New"/>
              <a:buChar char="o"/>
              <a:defRPr sz="1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95350" indent="-266700" algn="l" defTabSz="914400">
              <a:spcBef>
                <a:spcPts val="200"/>
              </a:spcBef>
              <a:buFont typeface="Wingdings"/>
              <a:buChar char="Ø"/>
              <a:defRPr sz="1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162050" indent="-228600" algn="l" defTabSz="914400">
              <a:spcBef>
                <a:spcPts val="1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</a:pPr>
            <a:endParaRPr sz="1400" b="0"/>
          </a:p>
        </p:txBody>
      </p:sp>
      <p:sp>
        <p:nvSpPr>
          <p:cNvPr id="19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21C94E62-1288-44B1-821C-3A0440CC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8326" y="2158005"/>
            <a:ext cx="3427412" cy="4042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8000" tIns="72000" rIns="72000" bIns="72000">
            <a:normAutofit/>
          </a:bodyPr>
          <a:lstStyle xmlns:a="http://schemas.openxmlformats.org/drawingml/2006/main">
            <a:lvl1pPr marL="266700" indent="-266700" algn="l" defTabSz="914400">
              <a:spcBef>
                <a:spcPts val="600"/>
              </a:spcBef>
              <a:buFont typeface="Arial"/>
              <a:buChar char="•"/>
              <a:defRPr sz="1600" b="1" kern="1200">
                <a:solidFill>
                  <a:srgbClr val="093A80"/>
                </a:solidFill>
                <a:latin typeface="+mn-lt"/>
                <a:ea typeface="+mn-lt"/>
                <a:cs typeface="+mn-lt"/>
              </a:defRPr>
            </a:lvl1pPr>
            <a:lvl2pPr marL="477838" indent="-211138" algn="l" defTabSz="914400">
              <a:spcBef>
                <a:spcPts val="400"/>
              </a:spcBef>
              <a:buFont typeface="Symbol"/>
              <a:buChar char="-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80975" algn="l" defTabSz="914400">
              <a:spcBef>
                <a:spcPts val="300"/>
              </a:spcBef>
              <a:buFont typeface="Courier New"/>
              <a:buChar char="o"/>
              <a:defRPr sz="1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95350" indent="-266700" algn="l" defTabSz="914400">
              <a:spcBef>
                <a:spcPts val="200"/>
              </a:spcBef>
              <a:buFont typeface="Wingdings"/>
              <a:buChar char="Ø"/>
              <a:defRPr sz="1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162050" indent="-228600" algn="l" defTabSz="914400">
              <a:spcBef>
                <a:spcPts val="1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</a:pPr>
            <a:endParaRPr sz="1400" b="0"/>
          </a:p>
        </p:txBody>
      </p:sp>
      <p:sp>
        <p:nvSpPr>
          <p:cNvPr id="20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9F91E4F8-9D75-4C4A-A4E4-EB5B3140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614" y="2158005"/>
            <a:ext cx="3427412" cy="4151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8000" tIns="72000" rIns="72000" bIns="72000">
            <a:normAutofit/>
          </a:bodyPr>
          <a:lstStyle xmlns:a="http://schemas.openxmlformats.org/drawingml/2006/main">
            <a:lvl1pPr marL="266700" indent="-266700" algn="l" defTabSz="914400">
              <a:spcBef>
                <a:spcPts val="600"/>
              </a:spcBef>
              <a:buFont typeface="Arial"/>
              <a:buChar char="•"/>
              <a:defRPr sz="1600" b="1" kern="1200">
                <a:solidFill>
                  <a:srgbClr val="093A80"/>
                </a:solidFill>
                <a:latin typeface="+mn-lt"/>
                <a:ea typeface="+mn-lt"/>
                <a:cs typeface="+mn-lt"/>
              </a:defRPr>
            </a:lvl1pPr>
            <a:lvl2pPr marL="477838" indent="-211138" algn="l" defTabSz="914400">
              <a:spcBef>
                <a:spcPts val="400"/>
              </a:spcBef>
              <a:buFont typeface="Symbol"/>
              <a:buChar char="-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80975" algn="l" defTabSz="914400">
              <a:spcBef>
                <a:spcPts val="300"/>
              </a:spcBef>
              <a:buFont typeface="Courier New"/>
              <a:buChar char="o"/>
              <a:defRPr sz="1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95350" indent="-266700" algn="l" defTabSz="914400">
              <a:spcBef>
                <a:spcPts val="200"/>
              </a:spcBef>
              <a:buFont typeface="Wingdings"/>
              <a:buChar char="Ø"/>
              <a:defRPr sz="1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162050" indent="-228600" algn="l" defTabSz="914400">
              <a:spcBef>
                <a:spcPts val="1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</a:pPr>
            <a:endParaRPr sz="1400" b="0"/>
          </a:p>
        </p:txBody>
      </p:sp>
      <p:sp>
        <p:nvSpPr>
          <p:cNvPr id="27" name="Rechteck 26">
            <a:extLst xmlns:a="http://schemas.openxmlformats.org/drawingml/2006/main">
              <a:ext uri="{FF2B5EF4-FFF2-40B4-BE49-F238E27FC236}">
                <a16:creationId xmlns:a16="http://schemas.microsoft.com/office/drawing/2014/main" id="{E85FD946-366E-475A-8895-1148B953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088" y="1472606"/>
            <a:ext cx="3427412" cy="57612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5875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" name="Rechteck 27">
            <a:extLst xmlns:a="http://schemas.openxmlformats.org/drawingml/2006/main">
              <a:ext uri="{FF2B5EF4-FFF2-40B4-BE49-F238E27FC236}">
                <a16:creationId xmlns:a16="http://schemas.microsoft.com/office/drawing/2014/main" id="{F20B37C7-A2FA-4C07-B719-C8C91A13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140" y="1472606"/>
            <a:ext cx="3427412" cy="57612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5875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9" name="Textplatzhalter 23">
            <a:extLst xmlns:a="http://schemas.openxmlformats.org/drawingml/2006/main">
              <a:ext uri="{FF2B5EF4-FFF2-40B4-BE49-F238E27FC236}">
                <a16:creationId xmlns:a16="http://schemas.microsoft.com/office/drawing/2014/main" id="{0A7FC5AD-178A-47A6-8619-8F3008CA8C8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15938" y="1472607"/>
            <a:ext cx="3427412" cy="576856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>
                <a:latin typeface="+mj-lt"/>
                <a:ea typeface="+mj-lt"/>
                <a:cs typeface="+mj-lt"/>
              </a:defRPr>
            </a:lvl1pPr>
            <a:lvl2pPr marL="266700" indent="0">
              <a:buNone/>
              <a:defRPr/>
            </a:lvl2pPr>
            <a:lvl3pPr marL="447675" indent="0">
              <a:buNone/>
              <a:defRPr/>
            </a:lvl3pPr>
            <a:lvl4pPr marL="628650" indent="0">
              <a:buNone/>
              <a:defRPr/>
            </a:lvl4pPr>
            <a:lvl5pPr marL="93345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30" name="Textplatzhalter 23">
            <a:extLst xmlns:a="http://schemas.openxmlformats.org/drawingml/2006/main">
              <a:ext uri="{FF2B5EF4-FFF2-40B4-BE49-F238E27FC236}">
                <a16:creationId xmlns:a16="http://schemas.microsoft.com/office/drawing/2014/main" id="{FFF819B9-C32D-4F45-BC5B-1A3689ABB0BC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383088" y="1471877"/>
            <a:ext cx="3427412" cy="576856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>
                <a:latin typeface="+mj-lt"/>
                <a:ea typeface="+mj-lt"/>
                <a:cs typeface="+mj-lt"/>
              </a:defRPr>
            </a:lvl1pPr>
            <a:lvl2pPr marL="266700" indent="0">
              <a:buNone/>
              <a:defRPr/>
            </a:lvl2pPr>
            <a:lvl3pPr marL="447675" indent="0">
              <a:buNone/>
              <a:defRPr/>
            </a:lvl3pPr>
            <a:lvl4pPr marL="628650" indent="0">
              <a:buNone/>
              <a:defRPr/>
            </a:lvl4pPr>
            <a:lvl5pPr marL="93345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31" name="Textplatzhalter 23">
            <a:extLst xmlns:a="http://schemas.openxmlformats.org/drawingml/2006/main">
              <a:ext uri="{FF2B5EF4-FFF2-40B4-BE49-F238E27FC236}">
                <a16:creationId xmlns:a16="http://schemas.microsoft.com/office/drawing/2014/main" id="{27D28B0E-D2DF-441F-A0AB-C0306304F3C7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8212139" y="1472606"/>
            <a:ext cx="3427412" cy="576856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>
                <a:latin typeface="+mj-lt"/>
                <a:ea typeface="+mj-lt"/>
                <a:cs typeface="+mj-lt"/>
              </a:defRPr>
            </a:lvl1pPr>
            <a:lvl2pPr marL="266700" indent="0">
              <a:buNone/>
              <a:defRPr/>
            </a:lvl2pPr>
            <a:lvl3pPr marL="447675" indent="0">
              <a:buNone/>
              <a:defRPr/>
            </a:lvl3pPr>
            <a:lvl4pPr marL="628650" indent="0">
              <a:buNone/>
              <a:defRPr/>
            </a:lvl4pPr>
            <a:lvl5pPr marL="93345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3770DC47-937D-4F8F-B94A-9C9A0FBD29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21AF4D-8B42-4325-B753-6611B7A6EC75}" type="datetime1">
              <a:t>19.09.2022</a:t>
            </a:fld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A0E55E7B-E89C-4603-8BE6-D526BA9EE923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- </a:t>
            </a:r>
            <a:fld id="{58D5642B-66DB-4226-8780-A02664933FED}" type="slidenum">
              <a:t>‹Nr.›</a:t>
            </a:fld>
            <a:r>
              <a:t> -</a:t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30C2FB5-9A4F-41DF-872F-58F1D0A5280F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hteck 5">
            <a:extLst xmlns:a="http://schemas.openxmlformats.org/drawingml/2006/main">
              <a:ext uri="{FF2B5EF4-FFF2-40B4-BE49-F238E27FC236}">
                <a16:creationId xmlns:a16="http://schemas.microsoft.com/office/drawing/2014/main" id="{5515A4E8-B275-4060-BCD9-FF8B0C1A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21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itel 6">
            <a:extLst xmlns:a="http://schemas.openxmlformats.org/drawingml/2006/main">
              <a:ext uri="{FF2B5EF4-FFF2-40B4-BE49-F238E27FC236}">
                <a16:creationId xmlns:a16="http://schemas.microsoft.com/office/drawing/2014/main" id="{1F0739C3-0DFB-48F2-B8DE-089E583D3E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1. Folie mit Inhaltsangab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tumsplatzhalter 16">
            <a:extLst xmlns:a="http://schemas.openxmlformats.org/drawingml/2006/main">
              <a:ext uri="{FF2B5EF4-FFF2-40B4-BE49-F238E27FC236}">
                <a16:creationId xmlns:a16="http://schemas.microsoft.com/office/drawing/2014/main" id="{742B88D8-0AB7-48DC-B13B-DAD8895BF9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9389454" y="6588000"/>
            <a:ext cx="21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r">
              <a:buNone/>
              <a:defRPr sz="1000"/>
            </a:lvl1pPr>
          </a:lstStyle>
          <a:p xmlns:a="http://schemas.openxmlformats.org/drawingml/2006/main">
            <a:fld id="{0CEF77B6-649A-4700-8E37-D6AF25C20B2F}" type="datetime1">
              <a:t>19.09.2022</a:t>
            </a:fld>
            <a:endParaRPr/>
          </a:p>
        </p:txBody>
      </p:sp>
      <p:sp>
        <p:nvSpPr>
          <p:cNvPr id="5" name="Foliennummernplatzhalter 17">
            <a:extLst xmlns:a="http://schemas.openxmlformats.org/drawingml/2006/main">
              <a:ext uri="{FF2B5EF4-FFF2-40B4-BE49-F238E27FC236}">
                <a16:creationId xmlns:a16="http://schemas.microsoft.com/office/drawing/2014/main" id="{610EC8C7-7972-411A-ACE0-9E23EE8188C8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5831998" y="6588000"/>
            <a:ext cx="10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000"/>
            </a:lvl1pPr>
          </a:lstStyle>
          <a:p xmlns:a="http://schemas.openxmlformats.org/drawingml/2006/main">
            <a:pPr>
              <a:buNone/>
            </a:pPr>
            <a:r>
              <a:t>- </a:t>
            </a:r>
            <a:fld id="{58D5642B-66DB-4226-8780-A02664933FED}" type="slidenum">
              <a:t>‹Nr.›</a:t>
            </a:fld>
            <a:r>
              <a:t> -</a:t>
            </a:r>
          </a:p>
        </p:txBody>
      </p:sp>
      <p:sp>
        <p:nvSpPr>
          <p:cNvPr id="6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9D4669A8-E9BC-40D7-90F9-EE7F190FBEC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645953" y="6588000"/>
            <a:ext cx="27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2FEC4617-D854-4394-A637-E66279F366D7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515938" y="1773238"/>
            <a:ext cx="11125200" cy="5603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000" b="1">
                <a:solidFill>
                  <a:srgbClr val="093A80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Inhalt</a:t>
            </a:r>
          </a:p>
          <a:p xmlns:a="http://schemas.openxmlformats.org/drawingml/2006/main">
            <a:endParaRPr/>
          </a:p>
        </p:txBody>
      </p:sp>
      <p:sp>
        <p:nvSpPr>
          <p:cNvPr id="12" name="Textplatzhalter 11">
            <a:extLst xmlns:a="http://schemas.openxmlformats.org/drawingml/2006/main">
              <a:ext uri="{FF2B5EF4-FFF2-40B4-BE49-F238E27FC236}">
                <a16:creationId xmlns:a16="http://schemas.microsoft.com/office/drawing/2014/main" id="{8AF41938-4EA0-4421-B1C2-41266344107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15938" y="2505075"/>
            <a:ext cx="11125200" cy="3516313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Font typeface="+mj-lt"/>
              <a:buAutoNum type="arabicPeriod"/>
              <a:tabLst>
                <a:tab pos="10048875" algn="l"/>
              </a:tabLst>
              <a:defRPr/>
            </a:lvl1pPr>
            <a:lvl2pPr marL="609600" indent="-342900">
              <a:buFont typeface="+mj-lt"/>
              <a:buAutoNum type="alphaLcPeriod"/>
              <a:tabLst>
                <a:tab pos="10048875" algn="l"/>
              </a:tabLst>
              <a:defRPr/>
            </a:lvl2pPr>
            <a:lvl3pPr marL="790575" indent="-342900">
              <a:buFont typeface="+mj-lt"/>
              <a:buAutoNum type="romanLcPeriod"/>
              <a:tabLst>
                <a:tab pos="10048875" algn="l"/>
              </a:tabLst>
              <a:defRPr/>
            </a:lvl3pPr>
            <a:lvl4pPr>
              <a:buFont typeface="Symbol"/>
              <a:buChar char="-"/>
              <a:tabLst>
                <a:tab pos="10048875" algn="l"/>
              </a:tabLst>
              <a:defRPr/>
            </a:lvl4pPr>
            <a:lvl5pPr>
              <a:buFont typeface="Arial"/>
              <a:buChar char="•"/>
              <a:tabLst>
                <a:tab pos="10048875" algn="l"/>
              </a:tabLst>
              <a:defRPr/>
            </a:lvl5pPr>
          </a:lstStyle>
          <a:p xmlns:a="http://schemas.openxmlformats.org/drawingml/2006/main">
            <a:pPr lvl="0">
              <a:buNone/>
            </a:pPr>
            <a:r>
              <a:t>Mastertextformat bearbeiten	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platzhalter 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303a32c94934717"/>
          <a:srcRect xmlns:a="http://schemas.openxmlformats.org/drawingml/2006/main" l="2310" t="0" r="2310" b="0"/>
          <a:stretch xmlns:a="http://schemas.openxmlformats.org/drawingml/2006/main"/>
        </p:blipFill>
        <p:spPr>
          <a:xfrm xmlns:a="http://schemas.openxmlformats.org/drawingml/2006/main">
            <a:off x="186600" y="1205999"/>
            <a:ext cx="11818800" cy="5472000"/>
          </a:xfrm>
          <a:prstGeom xmlns:a="http://schemas.openxmlformats.org/drawingml/2006/main" prst="rect">
            <a:avLst/>
          </a:prstGeom>
        </p:spPr>
      </p:pic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ED85E778-A2E3-4BB6-B604-0E89F749A347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540000" y="1440000"/>
            <a:ext cx="11101138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190500" indent="-190500" algn="l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/>
              <a:buChar char="●"/>
              <a:defRPr b="0"/>
            </a:lvl1pPr>
            <a:lvl2pPr marL="376238" indent="-184150" algn="l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/>
              <a:buChar char="●"/>
              <a:defRPr/>
            </a:lvl2pPr>
            <a:lvl3pPr marL="565150" indent="-187325" algn="l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/>
              <a:buChar char="●"/>
              <a:defRPr/>
            </a:lvl3pPr>
          </a:lstStyle>
          <a:p xmlns:a="http://schemas.openxmlformats.org/drawingml/2006/main">
            <a:pPr marL="190500" lvl="0" indent="-190500" algn="l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/>
              <a:buChar char="●"/>
            </a:pPr>
            <a:r>
              <a:t>Klicken Sie, um den Text einzugeben</a:t>
            </a:r>
          </a:p>
          <a:p xmlns:a="http://schemas.openxmlformats.org/drawingml/2006/main">
            <a:pPr marL="376238" lvl="1" indent="-184150" algn="l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/>
              <a:buChar char="●"/>
            </a:pPr>
            <a:r>
              <a:t>Zweite Ebene</a:t>
            </a:r>
          </a:p>
          <a:p xmlns:a="http://schemas.openxmlformats.org/drawingml/2006/main">
            <a:pPr marL="565150" lvl="2" indent="-187325" algn="l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/>
              <a:buChar char="●"/>
            </a:pPr>
            <a:r>
              <a:t>Dritte Ebene</a:t>
            </a:r>
          </a:p>
        </p:txBody>
      </p:sp>
      <p:sp>
        <p:nvSpPr>
          <p:cNvPr id="7" name="Titel 6">
            <a:extLst xmlns:a="http://schemas.openxmlformats.org/drawingml/2006/main">
              <a:ext uri="{FF2B5EF4-FFF2-40B4-BE49-F238E27FC236}">
                <a16:creationId xmlns:a16="http://schemas.microsoft.com/office/drawing/2014/main" id="{57BBDC54-7829-4153-A993-303B67D3F7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0000" y="504000"/>
            <a:ext cx="8251200" cy="56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Titelmasterformat durch Klicken bearbeiten</a:t>
            </a:r>
          </a:p>
        </p:txBody>
      </p:sp>
      <p:sp>
        <p:nvSpPr>
          <p:cNvPr id="5" name="Foliennummernplatzhalter 17">
            <a:extLst xmlns:a="http://schemas.openxmlformats.org/drawingml/2006/main">
              <a:ext uri="{FF2B5EF4-FFF2-40B4-BE49-F238E27FC236}">
                <a16:creationId xmlns:a16="http://schemas.microsoft.com/office/drawing/2014/main" id="{9D652B9B-6310-4392-99B2-37FD3FBE0F9E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10561138" y="6645951"/>
            <a:ext cx="10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r">
              <a:spcBef>
                <a:spcPct val="0"/>
              </a:spcBef>
              <a:spcAft>
                <a:spcPct val="0"/>
              </a:spcAft>
              <a:buNone/>
              <a:defRPr sz="8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 defTabSz="914400">
              <a:buNone/>
              <a:defRPr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 defTabSz="914400">
              <a:buNone/>
              <a:defRPr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 defTabSz="914400">
              <a:buNone/>
              <a:defRPr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 defTabSz="914400">
              <a:buNone/>
              <a:defRPr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fld id="{58D5642B-66DB-4226-8780-A02664933FED}" type="slidenum">
              <a:t>‹Nr.›</a:t>
            </a:fld>
            <a:endParaRPr/>
          </a:p>
        </p:txBody>
      </p:sp>
      <p:pic>
        <p:nvPicPr>
          <p:cNvPr id="18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312d92d5141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55775" y="6108769"/>
            <a:ext cx="1605825" cy="452843"/>
          </a:xfrm>
          <a:prstGeom xmlns:a="http://schemas.openxmlformats.org/drawingml/2006/main" prst="rect">
            <a:avLst/>
          </a:prstGeom>
        </p:spPr>
      </p:pic>
      <p:sp>
        <p:nvSpPr>
          <p:cNvPr id="10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F06F6502-ED86-4971-92EC-4B19521557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40000" y="6648246"/>
            <a:ext cx="2743200" cy="249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/>
            </a:lvl1pPr>
          </a:lstStyle>
          <a:p xmlns:a="http://schemas.openxmlformats.org/drawingml/2006/main">
            <a:fld id="{13AB261B-1547-42A8-8772-C7C8EF65809D}" type="datetime1">
              <a:t>19.09.2022</a:t>
            </a:fld>
            <a:endParaRPr/>
          </a:p>
        </p:txBody>
      </p:sp>
      <p:sp>
        <p:nvSpPr>
          <p:cNvPr id="11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33DB6758-16CE-4333-BC7C-322BE3B0D74E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>
          <a:xfrm xmlns:a="http://schemas.openxmlformats.org/drawingml/2006/main">
            <a:off x="4038600" y="6645950"/>
            <a:ext cx="4114800" cy="251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/>
            </a:lvl1pPr>
          </a:lstStyle>
          <a:p xmlns:a="http://schemas.openxmlformats.org/drawingml/2006/main">
            <a:r>
              <a:t>Dozent:in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de79005a077345d4" /><Relationship Type="http://schemas.openxmlformats.org/officeDocument/2006/relationships/image" Target="/ppt/media/image.jpeg" Id="R879fd3981e664105" /><Relationship Type="http://schemas.openxmlformats.org/officeDocument/2006/relationships/theme" Target="/ppt/slideMasters/theme/theme2.xml" Id="Rc2399975bacf4ddd" /><Relationship Type="http://schemas.openxmlformats.org/officeDocument/2006/relationships/slideLayout" Target="/ppt/slideLayouts/slideLayout1.xml" Id="R25ba2ad0c78b42e3" /><Relationship Type="http://schemas.openxmlformats.org/officeDocument/2006/relationships/slideLayout" Target="/ppt/slideLayouts/slideLayout2.xml" Id="Rc202b6c2cee341c2" /><Relationship Type="http://schemas.openxmlformats.org/officeDocument/2006/relationships/slideLayout" Target="/ppt/slideLayouts/slideLayout3.xml" Id="R2562528463b74dba" /><Relationship Type="http://schemas.openxmlformats.org/officeDocument/2006/relationships/slideLayout" Target="/ppt/slideLayouts/slideLayout4.xml" Id="Rc0277149719c477e" /><Relationship Type="http://schemas.openxmlformats.org/officeDocument/2006/relationships/slideLayout" Target="/ppt/slideLayouts/slideLayout5.xml" Id="R538b530fff8646cf" /><Relationship Type="http://schemas.openxmlformats.org/officeDocument/2006/relationships/slideLayout" Target="/ppt/slideLayouts/slideLayout6.xml" Id="Rb564b3960ea54807" /><Relationship Type="http://schemas.openxmlformats.org/officeDocument/2006/relationships/slideLayout" Target="/ppt/slideLayouts/slideLayout7.xml" Id="Rc275d23fca064473" /><Relationship Type="http://schemas.openxmlformats.org/officeDocument/2006/relationships/slideLayout" Target="/ppt/slideLayouts/slideLayout8.xml" Id="R8991903196fc451c" /><Relationship Type="http://schemas.openxmlformats.org/officeDocument/2006/relationships/slideLayout" Target="/ppt/slideLayouts/slideLayout9.xml" Id="R83bff94843714380" /><Relationship Type="http://schemas.openxmlformats.org/officeDocument/2006/relationships/slideLayout" Target="/ppt/slideLayouts/slideLayout10.xml" Id="Rb1a6074e59e44a4a" /><Relationship Type="http://schemas.openxmlformats.org/officeDocument/2006/relationships/slideLayout" Target="/ppt/slideLayouts/slideLayout11.xml" Id="Rfdf63709524b4e04" /><Relationship Type="http://schemas.openxmlformats.org/officeDocument/2006/relationships/slideLayout" Target="/ppt/slideLayouts/slideLayout12.xml" Id="Re60519ff2c5b4105" /><Relationship Type="http://schemas.openxmlformats.org/officeDocument/2006/relationships/slideLayout" Target="/ppt/slideLayouts/slideLayout13.xml" Id="Ra27a777264dd436b" /><Relationship Type="http://schemas.openxmlformats.org/officeDocument/2006/relationships/slideLayout" Target="/ppt/slideLayouts/slideLayout14.xml" Id="Rddf6647c290a4adc" /><Relationship Type="http://schemas.openxmlformats.org/officeDocument/2006/relationships/slideLayout" Target="/ppt/slideLayouts/slideLayout15.xml" Id="R560920b3f09843a9" /><Relationship Type="http://schemas.openxmlformats.org/officeDocument/2006/relationships/slideLayout" Target="/ppt/slideLayouts/slideLayout16.xml" Id="R1790756581ca4cef" /><Relationship Type="http://schemas.openxmlformats.org/officeDocument/2006/relationships/slideLayout" Target="/ppt/slideLayouts/slideLayout17.xml" Id="Re60bc2d2b5224123" /><Relationship Type="http://schemas.openxmlformats.org/officeDocument/2006/relationships/slideLayout" Target="/ppt/slideLayouts/slideLayout18.xml" Id="R0c7c8a82cb684712" /><Relationship Type="http://schemas.openxmlformats.org/officeDocument/2006/relationships/slideLayout" Target="/ppt/slideLayouts/slideLayout19.xml" Id="Rf2fdd872ecae42b0" /><Relationship Type="http://schemas.openxmlformats.org/officeDocument/2006/relationships/slideLayout" Target="/ppt/slideLayouts/slideLayout20.xml" Id="R26b88676acfa4b7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1E72C961-BA05-4E8C-B32F-2AB68703A1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9998" y="324001"/>
            <a:ext cx="8849456" cy="7034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Titel der Folie eingeben</a:t>
            </a:r>
          </a:p>
        </p:txBody>
      </p:sp>
      <p:sp>
        <p:nvSpPr>
          <p:cNvPr id="13" name="Datumsplatzhalter 16">
            <a:extLst xmlns:a="http://schemas.openxmlformats.org/drawingml/2006/main">
              <a:ext uri="{FF2B5EF4-FFF2-40B4-BE49-F238E27FC236}">
                <a16:creationId xmlns:a16="http://schemas.microsoft.com/office/drawing/2014/main" id="{D25F3BFD-0042-4179-B6D1-854EEFFBF28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539998" y="6588000"/>
            <a:ext cx="862494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1000"/>
            </a:lvl1pPr>
          </a:lstStyle>
          <a:p xmlns:a="http://schemas.openxmlformats.org/drawingml/2006/main">
            <a:fld id="{AC21AF4D-8B42-4325-B753-6611B7A6EC75}" type="datetime1">
              <a:t>19.09.2022</a:t>
            </a:fld>
            <a:endParaRPr/>
          </a:p>
        </p:txBody>
      </p:sp>
      <p:sp>
        <p:nvSpPr>
          <p:cNvPr id="14" name="Foliennummernplatzhalter 17">
            <a:extLst xmlns:a="http://schemas.openxmlformats.org/drawingml/2006/main">
              <a:ext uri="{FF2B5EF4-FFF2-40B4-BE49-F238E27FC236}">
                <a16:creationId xmlns:a16="http://schemas.microsoft.com/office/drawing/2014/main" id="{2896E51B-D397-4AA5-B8F8-94815F9A1C0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078904" y="6588000"/>
            <a:ext cx="56286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58D5642B-66DB-4226-8780-A02664933FED}" type="slidenum">
              <a:t>‹Nr.›</a:t>
            </a:fld>
            <a:endParaRPr/>
          </a:p>
        </p:txBody>
      </p:sp>
      <p:sp>
        <p:nvSpPr>
          <p:cNvPr id="16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AAA00D91-8734-49A0-A0A4-F10C807C43B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556951" y="6588000"/>
            <a:ext cx="7406073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Dozent:in</a:t>
            </a:r>
            <a:r>
              <a:t> oder Fußzeile</a:t>
            </a:r>
          </a:p>
        </p:txBody>
      </p:sp>
      <p:sp>
        <p:nvSpPr>
          <p:cNvPr id="2" name="Textplatzhalter 1">
            <a:extLst xmlns:a="http://schemas.openxmlformats.org/drawingml/2006/main">
              <a:ext uri="{FF2B5EF4-FFF2-40B4-BE49-F238E27FC236}">
                <a16:creationId xmlns:a16="http://schemas.microsoft.com/office/drawing/2014/main" id="{30B782BE-138E-4700-9863-9533657449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32161" y="1773238"/>
            <a:ext cx="11143901" cy="42556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</p:txBody>
      </p:sp>
      <p:pic>
        <p:nvPicPr>
          <p:cNvPr id="24" name="Grafik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9005a077345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55775" y="6108769"/>
            <a:ext cx="1605825" cy="452843"/>
          </a:xfrm>
          <a:prstGeom xmlns:a="http://schemas.openxmlformats.org/drawingml/2006/main" prst="rect">
            <a:avLst/>
          </a:prstGeom>
        </p:spPr>
      </p:pic>
      <p:pic>
        <p:nvPicPr>
          <p:cNvPr id="25" name="Grafik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fd3981e66410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750000" y="347594"/>
            <a:ext cx="1911600" cy="689341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ba2ad0c78b42e3"/>
    <p:sldLayoutId xmlns:r="http://schemas.openxmlformats.org/officeDocument/2006/relationships" id="2147483650" r:id="Rc202b6c2cee341c2"/>
    <p:sldLayoutId xmlns:r="http://schemas.openxmlformats.org/officeDocument/2006/relationships" id="2147483651" r:id="R2562528463b74dba"/>
    <p:sldLayoutId xmlns:r="http://schemas.openxmlformats.org/officeDocument/2006/relationships" id="2147483652" r:id="Rc0277149719c477e"/>
    <p:sldLayoutId xmlns:r="http://schemas.openxmlformats.org/officeDocument/2006/relationships" id="2147483653" r:id="R538b530fff8646cf"/>
    <p:sldLayoutId xmlns:r="http://schemas.openxmlformats.org/officeDocument/2006/relationships" id="2147483654" r:id="Rb564b3960ea54807"/>
    <p:sldLayoutId xmlns:r="http://schemas.openxmlformats.org/officeDocument/2006/relationships" id="2147483655" r:id="Rc275d23fca064473"/>
    <p:sldLayoutId xmlns:r="http://schemas.openxmlformats.org/officeDocument/2006/relationships" id="2147483656" r:id="R8991903196fc451c"/>
    <p:sldLayoutId xmlns:r="http://schemas.openxmlformats.org/officeDocument/2006/relationships" id="2147483657" r:id="R83bff94843714380"/>
    <p:sldLayoutId xmlns:r="http://schemas.openxmlformats.org/officeDocument/2006/relationships" id="2147483658" r:id="Rb1a6074e59e44a4a"/>
    <p:sldLayoutId xmlns:r="http://schemas.openxmlformats.org/officeDocument/2006/relationships" id="2147483659" r:id="Rfdf63709524b4e04"/>
    <p:sldLayoutId xmlns:r="http://schemas.openxmlformats.org/officeDocument/2006/relationships" id="2147483660" r:id="Re60519ff2c5b4105"/>
    <p:sldLayoutId xmlns:r="http://schemas.openxmlformats.org/officeDocument/2006/relationships" id="2147483661" r:id="Ra27a777264dd436b"/>
    <p:sldLayoutId xmlns:r="http://schemas.openxmlformats.org/officeDocument/2006/relationships" id="2147483662" r:id="Rddf6647c290a4adc"/>
    <p:sldLayoutId xmlns:r="http://schemas.openxmlformats.org/officeDocument/2006/relationships" id="2147483663" r:id="R560920b3f09843a9"/>
    <p:sldLayoutId xmlns:r="http://schemas.openxmlformats.org/officeDocument/2006/relationships" id="2147483664" r:id="R1790756581ca4cef"/>
    <p:sldLayoutId xmlns:r="http://schemas.openxmlformats.org/officeDocument/2006/relationships" id="2147483665" r:id="Re60bc2d2b5224123"/>
    <p:sldLayoutId xmlns:r="http://schemas.openxmlformats.org/officeDocument/2006/relationships" id="2147483666" r:id="R0c7c8a82cb684712"/>
    <p:sldLayoutId xmlns:r="http://schemas.openxmlformats.org/officeDocument/2006/relationships" id="2147483667" r:id="Rf2fdd872ecae42b0"/>
    <p:sldLayoutId xmlns:r="http://schemas.openxmlformats.org/officeDocument/2006/relationships" id="2147483668" r:id="R26b88676acfa4b73"/>
  </p:sldLayoutIdLst>
  <p:hf hdr="0"/>
  <p:txStyles>
    <p:titleStyle>
      <a:lvl1pPr xmlns:a="http://schemas.openxmlformats.org/drawingml/2006/main" algn="l" defTabSz="914400">
        <a:spcBef>
          <a:spcPct val="0"/>
        </a:spcBef>
        <a:buNone/>
        <a:defRPr sz="1800" b="1" kern="1200">
          <a:solidFill>
            <a:srgbClr val="093A80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66700" indent="-266700" algn="l" defTabSz="914400">
        <a:spcBef>
          <a:spcPts val="600"/>
        </a:spcBef>
        <a:buFont typeface="Arial"/>
        <a:buChar char="•"/>
        <a:defRPr sz="1600" b="1" kern="1200">
          <a:solidFill>
            <a:srgbClr val="093A80"/>
          </a:solidFill>
          <a:latin typeface="+mn-lt"/>
          <a:ea typeface="+mn-lt"/>
          <a:cs typeface="+mn-lt"/>
        </a:defRPr>
      </a:lvl1pPr>
      <a:lvl2pPr xmlns:a="http://schemas.openxmlformats.org/drawingml/2006/main" marL="477838" indent="-211138" algn="l" defTabSz="914400">
        <a:spcBef>
          <a:spcPts val="400"/>
        </a:spcBef>
        <a:buFont typeface="Symbol"/>
        <a:buChar char="-"/>
        <a:defRPr sz="1400" kern="1200">
          <a:solidFill>
            <a:srgbClr val="093A80"/>
          </a:solidFill>
          <a:latin typeface="+mn-lt"/>
          <a:ea typeface="+mn-lt"/>
          <a:cs typeface="+mn-lt"/>
        </a:defRPr>
      </a:lvl2pPr>
      <a:lvl3pPr xmlns:a="http://schemas.openxmlformats.org/drawingml/2006/main" marL="628650" indent="-180975" algn="l" defTabSz="914400">
        <a:spcBef>
          <a:spcPts val="300"/>
        </a:spcBef>
        <a:buFont typeface="Courier New"/>
        <a:buChar char="o"/>
        <a:defRPr sz="1300" kern="1200">
          <a:solidFill>
            <a:srgbClr val="093A80"/>
          </a:solidFill>
          <a:latin typeface="+mn-lt"/>
          <a:ea typeface="+mn-lt"/>
          <a:cs typeface="+mn-lt"/>
        </a:defRPr>
      </a:lvl3pPr>
      <a:lvl4pPr xmlns:a="http://schemas.openxmlformats.org/drawingml/2006/main" marL="895350" indent="-266700" algn="l" defTabSz="914400">
        <a:spcBef>
          <a:spcPts val="200"/>
        </a:spcBef>
        <a:buFont typeface="Wingdings"/>
        <a:buChar char="Ø"/>
        <a:defRPr sz="1200" kern="1200">
          <a:solidFill>
            <a:srgbClr val="093A80"/>
          </a:solidFill>
          <a:latin typeface="+mn-lt"/>
          <a:ea typeface="+mn-lt"/>
          <a:cs typeface="+mn-lt"/>
        </a:defRPr>
      </a:lvl4pPr>
      <a:lvl5pPr xmlns:a="http://schemas.openxmlformats.org/drawingml/2006/main" marL="1162050" indent="-228600" algn="l" defTabSz="914400">
        <a:spcBef>
          <a:spcPts val="100"/>
        </a:spcBef>
        <a:buFont typeface="Arial"/>
        <a:buChar char="»"/>
        <a:defRPr sz="1100" kern="1200">
          <a:solidFill>
            <a:srgbClr val="093A80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xmlns:a="http://schemas.openxmlformats.org/drawingml/2006/main" val="F26B43"/>
          </p15:clr>
        </p15:guide>
        <p15:guide id="2" pos="325" userDrawn="1">
          <p15:clr>
            <a:srgbClr xmlns:a="http://schemas.openxmlformats.org/drawingml/2006/main" val="F26B43"/>
          </p15:clr>
        </p15:guide>
        <p15:guide id="3" pos="7355" userDrawn="1">
          <p15:clr>
            <a:srgbClr xmlns:a="http://schemas.openxmlformats.org/drawingml/2006/main" val="F26B43"/>
          </p15:clr>
        </p15:guide>
        <p15:guide id="4" orient="horz" pos="2160" userDrawn="1">
          <p15:clr>
            <a:srgbClr xmlns:a="http://schemas.openxmlformats.org/drawingml/2006/main" val="F26B43"/>
          </p15:clr>
        </p15:guide>
        <p15:guide id="5" orient="horz" pos="1117" userDrawn="1">
          <p15:clr>
            <a:srgbClr xmlns:a="http://schemas.openxmlformats.org/drawingml/2006/main" val="F26B43"/>
          </p15:clr>
        </p15:guide>
        <p15:guide id="6" orient="horz" pos="3793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blank">
  <a:themeElements>
    <a:clrScheme name="Provad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192"/>
      </a:accent1>
      <a:accent2>
        <a:srgbClr val="3474B5"/>
      </a:accent2>
      <a:accent3>
        <a:srgbClr val="4D97CD"/>
      </a:accent3>
      <a:accent4>
        <a:srgbClr val="A0BFE1"/>
      </a:accent4>
      <a:accent5>
        <a:srgbClr val="B8C4E2"/>
      </a:accent5>
      <a:accent6>
        <a:srgbClr val="D9DADB"/>
      </a:accent6>
      <a:hlink>
        <a:srgbClr val="005192"/>
      </a:hlink>
      <a:folHlink>
        <a:srgbClr val="800080"/>
      </a:folHlink>
    </a:clrScheme>
    <a:fontScheme name="Provad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rovad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7a4ecb4580c94901" /><Relationship Type="http://schemas.openxmlformats.org/officeDocument/2006/relationships/image" Target="/ppt/media/image6.png" Id="R00b80464cf9343be" /><Relationship Type="http://schemas.openxmlformats.org/officeDocument/2006/relationships/image" Target="/ppt/media/image5.png" Id="Rb9071d5ec548489c" /><Relationship Type="http://schemas.openxmlformats.org/officeDocument/2006/relationships/notesSlide" Target="/ppt/notesSlides/notesSlide1.xml" Id="Rd93ef563ec234d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65b9b5289d46f9" /><Relationship Type="http://schemas.openxmlformats.org/officeDocument/2006/relationships/notesSlide" Target="/ppt/notesSlides/notesSlide2.xml" Id="Re4ee838a8dbe40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aa5c2aaabc4a2c" /><Relationship Type="http://schemas.openxmlformats.org/officeDocument/2006/relationships/notesSlide" Target="/ppt/notesSlides/notesSlide3.xml" Id="R43a4b9f49a7341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ed4077072948da" /><Relationship Type="http://schemas.openxmlformats.org/officeDocument/2006/relationships/notesSlide" Target="/ppt/notesSlides/notesSlide4.xml" Id="R78861456700a40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fd701edca34c80" /><Relationship Type="http://schemas.openxmlformats.org/officeDocument/2006/relationships/image" Target="/ppt/media/image3.jpeg" Id="Rabce6757203240b6" /><Relationship Type="http://schemas.openxmlformats.org/officeDocument/2006/relationships/notesSlide" Target="/ppt/notesSlides/notesSlide5.xml" Id="Ra07cfeeb3f6143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6bb8e3488b4491" /><Relationship Type="http://schemas.openxmlformats.org/officeDocument/2006/relationships/notesSlide" Target="/ppt/notesSlides/notesSlide6.xml" Id="R4f3eecd7cda944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5bb4f58a5d4316" /><Relationship Type="http://schemas.openxmlformats.org/officeDocument/2006/relationships/image" Target="/ppt/media/image4.jpeg" Id="R3fddb524342545d5" /><Relationship Type="http://schemas.openxmlformats.org/officeDocument/2006/relationships/notesSlide" Target="/ppt/notesSlides/notesSlide7.xml" Id="R27624d8f7ef04a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67e6d1af424c76" /><Relationship Type="http://schemas.openxmlformats.org/officeDocument/2006/relationships/notesSlide" Target="/ppt/notesSlides/notesSlide8.xml" Id="R48e102b611774a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1c5952308b4176" /><Relationship Type="http://schemas.openxmlformats.org/officeDocument/2006/relationships/notesSlide" Target="/ppt/notesSlides/notesSlide9.xml" Id="Rea8f716d70e7419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platzhalter 5"/>
          <p:cNvPicPr>
            <a:picLocks xmlns:a="http://schemas.openxmlformats.org/drawingml/2006/main" noChangeAspect="1"/>
          </p:cNvPicPr>
          <p:nvPr>
            <p:ph type="pic" idx="10"/>
          </p:nvPr>
        </p:nvPicPr>
        <p:blipFill rotWithShape="1">
          <a:blip xmlns:r="http://schemas.openxmlformats.org/officeDocument/2006/relationships" xmlns:a="http://schemas.openxmlformats.org/drawingml/2006/main" r:embed="R00b80464cf9343be"/>
          <a:srcRect xmlns:a="http://schemas.openxmlformats.org/drawingml/2006/main" l="0" t="19326" r="0" b="11208"/>
          <a:stretch xmlns:a="http://schemas.openxmlformats.org/drawingml/2006/main"/>
        </p:blipFill>
        <p:spPr>
          <a:xfrm xmlns:a="http://schemas.openxmlformats.org/drawingml/2006/main">
            <a:off x="186600" y="1205999"/>
            <a:ext cx="11818800" cy="5472000"/>
          </a:xfrm>
        </p:spPr>
      </p:pic>
      <p:pic>
        <p:nvPicPr>
          <p:cNvPr id="10" name="Grafik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71d5ec54848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54559" y="5878661"/>
            <a:ext cx="1908804" cy="538014"/>
          </a:xfrm>
          <a:prstGeom xmlns:a="http://schemas.openxmlformats.org/drawingml/2006/main" prst="rect">
            <a:avLst/>
          </a:prstGeom>
        </p:spPr>
      </p:pic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73F4E95-C374-4600-9E4C-72F58E7A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Kryptographie im Browser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F64C59D-938E-4654-A6E3-D2634AEB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01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Rust + WebAssembly | Version 1.2.0</a:t>
            </a:r>
          </a:p>
        </p:txBody>
      </p:sp>
      <p:sp>
        <p:nvSpPr>
          <p:cNvPr id="8" name="cover-meta">
            <a:extLst xmlns:a="http://schemas.openxmlformats.org/drawingml/2006/main">
              <a:ext uri="{FF2B5EF4-FFF2-40B4-BE49-F238E27FC236}">
                <a16:creationId xmlns:a16="http://schemas.microsoft.com/office/drawing/2014/main" id="{D600C2B0-A9A6-4652-B6EB-737B80B1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0062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Abschlusspräsentation: Live-Demo, Architektur, Qualität</a:t>
            </a:r>
          </a:p>
        </p:txBody>
      </p:sp>
    </p:spTree>
    <p:extLst>
      <p:ext uri="{BB962C8B-B14F-4D97-AF65-F5344CB8AC3E}">
        <p14:creationId xmlns:p14="http://schemas.microsoft.com/office/powerpoint/2010/main" val="39347919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79216F0-C6B8-4BFD-AFDC-E02CF5316C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>
                <a:solidFill>
                  <a:srgbClr val="1B1F2A"/>
                </a:solidFill>
              </a:defRPr>
            </a:pPr>
            <a:fld id="{5EFAD82A-3B80-9D72-A067-0332A58204A1}" type="datetime1">
              <a:rPr sz="600">
                <a:solidFill>
                  <a:srgbClr val="1B1F2A"/>
                </a:solidFill>
              </a:rPr>
              <a:t>26.08.2026</a:t>
            </a:fld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3479BAA6-94C3-4D3B-842F-DE221F39F4BC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00">
                <a:solidFill>
                  <a:srgbClr val="1B1F2A"/>
                </a:solidFill>
              </a:defRPr>
            </a:pPr>
            <a:r>
              <a:rPr sz="600">
                <a:solidFill>
                  <a:srgbClr val="1B1F2A"/>
                </a:solidFill>
              </a:rPr>
              <a:t>- 2 -</a:t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567C6C0-48BF-4FA8-89C8-4C7C12ABB1D0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>
                <a:solidFill>
                  <a:srgbClr val="1B1F2A"/>
                </a:solidFill>
              </a:defRPr>
            </a:pPr>
            <a:r>
              <a:rPr sz="600">
                <a:solidFill>
                  <a:srgbClr val="1B1F2A"/>
                </a:solidFill>
              </a:rPr>
              <a:t>Kryptographie-WASM Abschlusspräsentation</a:t>
            </a:r>
            <a:endParaRPr/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F25292-AE3C-4785-93B3-114D56B9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3883"/>
                </a:solidFill>
              </a:defRPr>
            </a:pPr>
            <a:r>
              <a:rPr sz="2175" b="1">
                <a:solidFill>
                  <a:srgbClr val="003883"/>
                </a:solidFill>
              </a:rPr>
              <a:t>Inhalt</a:t>
            </a:r>
          </a:p>
        </p:txBody>
      </p:sp>
      <p:sp>
        <p:nvSpPr>
          <p:cNvPr id="7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C3C4BD96-DB20-4DD2-B0F1-0E1ED952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6F"/>
                </a:solidFill>
              </a:defRPr>
            </a:pPr>
            <a:r>
              <a:rPr sz="1125" b="0">
                <a:solidFill>
                  <a:srgbClr val="56616F"/>
                </a:solidFill>
              </a:rPr>
              <a:t>7 Minuten, 9 Folien, Demo-Anteile nach Vorgabe</a:t>
            </a:r>
          </a:p>
        </p:txBody>
      </p:sp>
      <p:sp>
        <p:nvSpPr>
          <p:cNvPr id="8" name="agenda">
            <a:extLst xmlns:a="http://schemas.openxmlformats.org/drawingml/2006/main">
              <a:ext uri="{FF2B5EF4-FFF2-40B4-BE49-F238E27FC236}">
                <a16:creationId xmlns:a16="http://schemas.microsoft.com/office/drawing/2014/main" id="{85C64B60-8777-410B-8464-A0CD473A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8191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B1F2A"/>
                </a:solidFill>
              </a:defRPr>
            </a:pPr>
            <a:r>
              <a:rPr sz="1875" b="0">
                <a:solidFill>
                  <a:srgbClr val="1B1F2A"/>
                </a:solidFill>
              </a:rPr>
              <a:t>1  Anforderungen &amp; Ziele</a:t>
            </a:r>
          </a:p>
          <a:p xmlns:a="http://schemas.openxmlformats.org/drawingml/2006/main">
            <a:pPr algn="l">
              <a:defRPr sz="1875" b="0">
                <a:solidFill>
                  <a:srgbClr val="1B1F2A"/>
                </a:solidFill>
              </a:defRPr>
            </a:pPr>
            <a:r>
              <a:rPr sz="1875" b="0">
                <a:solidFill>
                  <a:srgbClr val="1B1F2A"/>
                </a:solidFill>
              </a:rPr>
              <a:t>2  Technik Stack - Übersicht</a:t>
            </a:r>
          </a:p>
          <a:p xmlns:a="http://schemas.openxmlformats.org/drawingml/2006/main">
            <a:pPr algn="l">
              <a:defRPr sz="1875" b="0">
                <a:solidFill>
                  <a:srgbClr val="1B1F2A"/>
                </a:solidFill>
              </a:defRPr>
            </a:pPr>
            <a:r>
              <a:rPr sz="1875" b="0">
                <a:solidFill>
                  <a:srgbClr val="1B1F2A"/>
                </a:solidFill>
              </a:rPr>
              <a:t>3  Live-Demo I: User Flow &amp; Business Logik</a:t>
            </a:r>
          </a:p>
          <a:p xmlns:a="http://schemas.openxmlformats.org/drawingml/2006/main">
            <a:pPr algn="l">
              <a:defRPr sz="1875" b="0">
                <a:solidFill>
                  <a:srgbClr val="1B1F2A"/>
                </a:solidFill>
              </a:defRPr>
            </a:pPr>
            <a:r>
              <a:rPr sz="1875" b="0">
                <a:solidFill>
                  <a:srgbClr val="1B1F2A"/>
                </a:solidFill>
              </a:rPr>
              <a:t>4  Live-Demo II: WASM-Integration &amp; Highlights</a:t>
            </a:r>
          </a:p>
          <a:p xmlns:a="http://schemas.openxmlformats.org/drawingml/2006/main">
            <a:pPr algn="l">
              <a:defRPr sz="1875" b="0">
                <a:solidFill>
                  <a:srgbClr val="1B1F2A"/>
                </a:solidFill>
              </a:defRPr>
            </a:pPr>
            <a:r>
              <a:rPr sz="1875" b="0">
                <a:solidFill>
                  <a:srgbClr val="1B1F2A"/>
                </a:solidFill>
              </a:rPr>
              <a:t>5  Qualität, Grenzen &amp; Fazit</a:t>
            </a:r>
          </a:p>
        </p:txBody>
      </p:sp>
    </p:spTree>
    <p:extLst>
      <p:ext uri="{BB962C8B-B14F-4D97-AF65-F5344CB8AC3E}">
        <p14:creationId xmlns:p14="http://schemas.microsoft.com/office/powerpoint/2010/main" val="766256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79216F0-C6B8-4BFD-AFDC-E02CF5316C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>
                <a:solidFill>
                  <a:srgbClr val="1B1F2A"/>
                </a:solidFill>
              </a:defRPr>
            </a:pPr>
            <a:fld id="{5EFAD82A-3B80-9D72-A067-0332A58204A1}" type="datetime1">
              <a:rPr sz="600">
                <a:solidFill>
                  <a:srgbClr val="1B1F2A"/>
                </a:solidFill>
              </a:rPr>
              <a:t>26.08.2026</a:t>
            </a:fld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3479BAA6-94C3-4D3B-842F-DE221F39F4BC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00">
                <a:solidFill>
                  <a:srgbClr val="1B1F2A"/>
                </a:solidFill>
              </a:defRPr>
            </a:pPr>
            <a:r>
              <a:rPr sz="600">
                <a:solidFill>
                  <a:srgbClr val="1B1F2A"/>
                </a:solidFill>
              </a:rPr>
              <a:t>- 3 -</a:t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567C6C0-48BF-4FA8-89C8-4C7C12ABB1D0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>
                <a:solidFill>
                  <a:srgbClr val="1B1F2A"/>
                </a:solidFill>
              </a:defRPr>
            </a:pPr>
            <a:r>
              <a:rPr sz="600">
                <a:solidFill>
                  <a:srgbClr val="1B1F2A"/>
                </a:solidFill>
              </a:rPr>
              <a:t>Kryptographie-WASM Abschlusspräsentation</a:t>
            </a:r>
            <a:endParaRPr/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CC4DA7-D18B-417C-BA95-C929EC93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3883"/>
                </a:solidFill>
              </a:defRPr>
            </a:pPr>
            <a:r>
              <a:rPr sz="2175" b="1">
                <a:solidFill>
                  <a:srgbClr val="003883"/>
                </a:solidFill>
              </a:rPr>
              <a:t>Anforderungen &amp; Ziele</a:t>
            </a:r>
          </a:p>
        </p:txBody>
      </p:sp>
      <p:sp>
        <p:nvSpPr>
          <p:cNvPr id="7" name="brief-heading">
            <a:extLst xmlns:a="http://schemas.openxmlformats.org/drawingml/2006/main">
              <a:ext uri="{FF2B5EF4-FFF2-40B4-BE49-F238E27FC236}">
                <a16:creationId xmlns:a16="http://schemas.microsoft.com/office/drawing/2014/main" id="{2A7BE005-8A89-459C-A004-1FF6DEBF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883"/>
                </a:solidFill>
              </a:defRPr>
            </a:pPr>
            <a:r>
              <a:rPr sz="1575" b="1">
                <a:solidFill>
                  <a:srgbClr val="003883"/>
                </a:solidFill>
              </a:rPr>
              <a:t>Themensteckbrief</a:t>
            </a:r>
          </a:p>
        </p:txBody>
      </p:sp>
      <p:sp>
        <p:nvSpPr>
          <p:cNvPr id="8" name="brief-body">
            <a:extLst xmlns:a="http://schemas.openxmlformats.org/drawingml/2006/main">
              <a:ext uri="{FF2B5EF4-FFF2-40B4-BE49-F238E27FC236}">
                <a16:creationId xmlns:a16="http://schemas.microsoft.com/office/drawing/2014/main" id="{9CCA8BE0-89B0-4961-BFC9-3F2A55ED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47625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Kryptographie-Lernanwendung direkt im Browser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Fünf Verfahren: Caesar, Skytale, Substitution, AES-GCM, ChaCha20-Poly1305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Historische Modelle erklären, moderne Verfahren korrekt kapseln</a:t>
            </a:r>
          </a:p>
        </p:txBody>
      </p:sp>
      <p:sp>
        <p:nvSpPr>
          <p:cNvPr id="9" name="app-heading">
            <a:extLst xmlns:a="http://schemas.openxmlformats.org/drawingml/2006/main">
              <a:ext uri="{FF2B5EF4-FFF2-40B4-BE49-F238E27FC236}">
                <a16:creationId xmlns:a16="http://schemas.microsoft.com/office/drawing/2014/main" id="{7C2D8652-7906-4264-85EF-7CDA4AF7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883"/>
                </a:solidFill>
              </a:defRPr>
            </a:pPr>
            <a:r>
              <a:rPr sz="1575" b="1">
                <a:solidFill>
                  <a:srgbClr val="003883"/>
                </a:solidFill>
              </a:rPr>
              <a:t>Umgesetzte App-Aspekte</a:t>
            </a:r>
          </a:p>
        </p:txBody>
      </p:sp>
      <p:sp>
        <p:nvSpPr>
          <p:cNvPr id="10" name="app-body">
            <a:extLst xmlns:a="http://schemas.openxmlformats.org/drawingml/2006/main">
              <a:ext uri="{FF2B5EF4-FFF2-40B4-BE49-F238E27FC236}">
                <a16:creationId xmlns:a16="http://schemas.microsoft.com/office/drawing/2014/main" id="{1FE1C627-06C0-44EC-B485-31ABA935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76425"/>
            <a:ext cx="47625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Sechs Seiten mit eindeutiger Navigation und Tastaturbedienung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Eingaben, Schlüsselmaterial und Ergebnisse bleiben lokal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Integritätsprüfung wird über Tag/Nonce praktisch demonstriert</a:t>
            </a:r>
          </a:p>
        </p:txBody>
      </p:sp>
    </p:spTree>
    <p:extLst>
      <p:ext uri="{BB962C8B-B14F-4D97-AF65-F5344CB8AC3E}">
        <p14:creationId xmlns:p14="http://schemas.microsoft.com/office/powerpoint/2010/main" val="766256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79216F0-C6B8-4BFD-AFDC-E02CF5316C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>
                <a:solidFill>
                  <a:srgbClr val="1B1F2A"/>
                </a:solidFill>
              </a:defRPr>
            </a:pPr>
            <a:fld id="{5EFAD82A-3B80-9D72-A067-0332A58204A1}" type="datetime1">
              <a:rPr sz="600">
                <a:solidFill>
                  <a:srgbClr val="1B1F2A"/>
                </a:solidFill>
              </a:rPr>
              <a:t>26.08.2026</a:t>
            </a:fld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3479BAA6-94C3-4D3B-842F-DE221F39F4BC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00">
                <a:solidFill>
                  <a:srgbClr val="1B1F2A"/>
                </a:solidFill>
              </a:defRPr>
            </a:pPr>
            <a:r>
              <a:rPr sz="600">
                <a:solidFill>
                  <a:srgbClr val="1B1F2A"/>
                </a:solidFill>
              </a:rPr>
              <a:t>- 4 -</a:t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567C6C0-48BF-4FA8-89C8-4C7C12ABB1D0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>
                <a:solidFill>
                  <a:srgbClr val="1B1F2A"/>
                </a:solidFill>
              </a:defRPr>
            </a:pPr>
            <a:r>
              <a:rPr sz="600">
                <a:solidFill>
                  <a:srgbClr val="1B1F2A"/>
                </a:solidFill>
              </a:rPr>
              <a:t>Kryptographie-WASM Abschlusspräsentation</a:t>
            </a:r>
            <a:endParaRPr/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3C345B-601F-4F4B-840F-9C2D594F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3883"/>
                </a:solidFill>
              </a:defRPr>
            </a:pPr>
            <a:r>
              <a:rPr sz="2175" b="1">
                <a:solidFill>
                  <a:srgbClr val="003883"/>
                </a:solidFill>
              </a:rPr>
              <a:t>Technik Stack - Übersicht</a:t>
            </a:r>
          </a:p>
        </p:txBody>
      </p:sp>
      <p:sp>
        <p:nvSpPr>
          <p:cNvPr id="7" name="frontend-heading">
            <a:extLst xmlns:a="http://schemas.openxmlformats.org/drawingml/2006/main">
              <a:ext uri="{FF2B5EF4-FFF2-40B4-BE49-F238E27FC236}">
                <a16:creationId xmlns:a16="http://schemas.microsoft.com/office/drawing/2014/main" id="{4BDED102-D2EA-4959-8D8F-FFEAEEDB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883"/>
                </a:solidFill>
              </a:defRPr>
            </a:pPr>
            <a:r>
              <a:rPr sz="1575" b="1">
                <a:solidFill>
                  <a:srgbClr val="003883"/>
                </a:solidFill>
              </a:rPr>
              <a:t>Frontend</a:t>
            </a:r>
          </a:p>
        </p:txBody>
      </p:sp>
      <p:sp>
        <p:nvSpPr>
          <p:cNvPr id="8" name="frontend-body">
            <a:extLst xmlns:a="http://schemas.openxmlformats.org/drawingml/2006/main">
              <a:ext uri="{FF2B5EF4-FFF2-40B4-BE49-F238E27FC236}">
                <a16:creationId xmlns:a16="http://schemas.microsoft.com/office/drawing/2014/main" id="{43E3E609-E076-45C6-9E78-D01CA2FB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4476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HTML/CSS für klare, getrennte Verfahren-Seiten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JavaScript als kleine Brücke zur WASM-Schicht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Playwright + axe für Browser- und Accessibility-Tests</a:t>
            </a:r>
          </a:p>
        </p:txBody>
      </p:sp>
      <p:sp>
        <p:nvSpPr>
          <p:cNvPr id="9" name="wasm-heading">
            <a:extLst xmlns:a="http://schemas.openxmlformats.org/drawingml/2006/main">
              <a:ext uri="{FF2B5EF4-FFF2-40B4-BE49-F238E27FC236}">
                <a16:creationId xmlns:a16="http://schemas.microsoft.com/office/drawing/2014/main" id="{C9C01755-AD68-4EF4-9C44-ABDE58E6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883"/>
                </a:solidFill>
              </a:defRPr>
            </a:pPr>
            <a:r>
              <a:rPr sz="1575" b="1">
                <a:solidFill>
                  <a:srgbClr val="003883"/>
                </a:solidFill>
              </a:rPr>
              <a:t>Systemnah / WASM</a:t>
            </a:r>
          </a:p>
        </p:txBody>
      </p:sp>
      <p:sp>
        <p:nvSpPr>
          <p:cNvPr id="10" name="wasm-body">
            <a:extLst xmlns:a="http://schemas.openxmlformats.org/drawingml/2006/main">
              <a:ext uri="{FF2B5EF4-FFF2-40B4-BE49-F238E27FC236}">
                <a16:creationId xmlns:a16="http://schemas.microsoft.com/office/drawing/2014/main" id="{D8EB8440-2643-4B33-92D5-3E014201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28800"/>
            <a:ext cx="4476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Rust-Fachlogik kompiliert nach WebAssembly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RustCrypto statt eigener moderner Primitive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16 dokumentierte Exports, eigener Rust-Code ohne unsafe</a:t>
            </a:r>
          </a:p>
        </p:txBody>
      </p:sp>
      <p:sp>
        <p:nvSpPr>
          <p:cNvPr id="11" name="architecture">
            <a:extLst xmlns:a="http://schemas.openxmlformats.org/drawingml/2006/main">
              <a:ext uri="{FF2B5EF4-FFF2-40B4-BE49-F238E27FC236}">
                <a16:creationId xmlns:a16="http://schemas.microsoft.com/office/drawing/2014/main" id="{62E8E013-29C8-49C0-B47C-AD81595E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57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3883"/>
                </a:solidFill>
              </a:defRPr>
            </a:pPr>
            <a:r>
              <a:rPr sz="1650" b="1">
                <a:solidFill>
                  <a:srgbClr val="003883"/>
                </a:solidFill>
              </a:rPr>
              <a:t>Benutzer → UI → JavaScript → WASM → Rust → RustCrypto</a:t>
            </a:r>
          </a:p>
        </p:txBody>
      </p:sp>
      <p:sp>
        <p:nvSpPr>
          <p:cNvPr id="12" name="architecture-rule">
            <a:extLst xmlns:a="http://schemas.openxmlformats.org/drawingml/2006/main">
              <a:ext uri="{FF2B5EF4-FFF2-40B4-BE49-F238E27FC236}">
                <a16:creationId xmlns:a16="http://schemas.microsoft.com/office/drawing/2014/main" id="{E00AAB3A-D424-42F7-B948-AE64D73D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1495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388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66256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79216F0-C6B8-4BFD-AFDC-E02CF5316C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>
                <a:solidFill>
                  <a:srgbClr val="1B1F2A"/>
                </a:solidFill>
              </a:defRPr>
            </a:pPr>
            <a:fld id="{5EFAD82A-3B80-9D72-A067-0332A58204A1}" type="datetime1">
              <a:rPr sz="600">
                <a:solidFill>
                  <a:srgbClr val="1B1F2A"/>
                </a:solidFill>
              </a:rPr>
              <a:t>26.08.2026</a:t>
            </a:fld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3479BAA6-94C3-4D3B-842F-DE221F39F4BC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00">
                <a:solidFill>
                  <a:srgbClr val="1B1F2A"/>
                </a:solidFill>
              </a:defRPr>
            </a:pPr>
            <a:r>
              <a:rPr sz="600">
                <a:solidFill>
                  <a:srgbClr val="1B1F2A"/>
                </a:solidFill>
              </a:rPr>
              <a:t>- 5 -</a:t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567C6C0-48BF-4FA8-89C8-4C7C12ABB1D0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>
                <a:solidFill>
                  <a:srgbClr val="1B1F2A"/>
                </a:solidFill>
              </a:defRPr>
            </a:pPr>
            <a:r>
              <a:rPr sz="600">
                <a:solidFill>
                  <a:srgbClr val="1B1F2A"/>
                </a:solidFill>
              </a:rPr>
              <a:t>Kryptographie-WASM Abschlusspräsentation</a:t>
            </a:r>
            <a:endParaRPr/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66317F-AE23-4E84-B7BE-71426803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3883"/>
                </a:solidFill>
              </a:defRPr>
            </a:pPr>
            <a:r>
              <a:rPr sz="2175" b="1">
                <a:solidFill>
                  <a:srgbClr val="003883"/>
                </a:solidFill>
              </a:rPr>
              <a:t>Live-Demo I: Einstieg &amp; User Flow</a:t>
            </a:r>
          </a:p>
        </p:txBody>
      </p:sp>
      <p:sp>
        <p:nvSpPr>
          <p:cNvPr id="7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163009D8-4300-45E1-8C9C-F38FCA91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6F"/>
                </a:solidFill>
              </a:defRPr>
            </a:pPr>
            <a:r>
              <a:rPr sz="1125" b="0">
                <a:solidFill>
                  <a:srgbClr val="56616F"/>
                </a:solidFill>
              </a:rPr>
              <a:t>Startseite, historische Verfahren, Wechsel zu AES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e6757203240b6"/>
          <a:stretch xmlns:a="http://schemas.openxmlformats.org/drawingml/2006/main"/>
        </p:blipFill>
        <p:spPr>
          <a:xfrm xmlns:a="http://schemas.openxmlformats.org/drawingml/2006/main">
            <a:off x="704850" y="1725418"/>
            <a:ext cx="5715000" cy="3216664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9" name="demo1-heading">
            <a:extLst xmlns:a="http://schemas.openxmlformats.org/drawingml/2006/main">
              <a:ext uri="{FF2B5EF4-FFF2-40B4-BE49-F238E27FC236}">
                <a16:creationId xmlns:a16="http://schemas.microsoft.com/office/drawing/2014/main" id="{095D5970-802B-4FC0-9AD7-966291C3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668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883"/>
                </a:solidFill>
              </a:defRPr>
            </a:pPr>
            <a:r>
              <a:rPr sz="1575" b="1">
                <a:solidFill>
                  <a:srgbClr val="003883"/>
                </a:solidFill>
              </a:rPr>
              <a:t>Was gezeigt wird</a:t>
            </a:r>
          </a:p>
        </p:txBody>
      </p:sp>
      <p:sp>
        <p:nvSpPr>
          <p:cNvPr id="10" name="demo1-body">
            <a:extLst xmlns:a="http://schemas.openxmlformats.org/drawingml/2006/main">
              <a:ext uri="{FF2B5EF4-FFF2-40B4-BE49-F238E27FC236}">
                <a16:creationId xmlns:a16="http://schemas.microsoft.com/office/drawing/2014/main" id="{09C96E8B-ED2F-49A4-8E8A-5C65618F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66925"/>
            <a:ext cx="40005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Verfahren auswählen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Klartext eingeben und Ergebnis erzeugen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Caesar kurz als historisches Modell erklären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Dann in die AES-GCM-Demo wechseln</a:t>
            </a:r>
          </a:p>
        </p:txBody>
      </p:sp>
    </p:spTree>
    <p:extLst>
      <p:ext uri="{BB962C8B-B14F-4D97-AF65-F5344CB8AC3E}">
        <p14:creationId xmlns:p14="http://schemas.microsoft.com/office/powerpoint/2010/main" val="766256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79216F0-C6B8-4BFD-AFDC-E02CF5316C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>
                <a:solidFill>
                  <a:srgbClr val="1B1F2A"/>
                </a:solidFill>
              </a:defRPr>
            </a:pPr>
            <a:fld id="{5EFAD82A-3B80-9D72-A067-0332A58204A1}" type="datetime1">
              <a:rPr sz="600">
                <a:solidFill>
                  <a:srgbClr val="1B1F2A"/>
                </a:solidFill>
              </a:rPr>
              <a:t>26.08.2026</a:t>
            </a:fld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3479BAA6-94C3-4D3B-842F-DE221F39F4BC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00">
                <a:solidFill>
                  <a:srgbClr val="1B1F2A"/>
                </a:solidFill>
              </a:defRPr>
            </a:pPr>
            <a:r>
              <a:rPr sz="600">
                <a:solidFill>
                  <a:srgbClr val="1B1F2A"/>
                </a:solidFill>
              </a:rPr>
              <a:t>- 6 -</a:t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567C6C0-48BF-4FA8-89C8-4C7C12ABB1D0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>
                <a:solidFill>
                  <a:srgbClr val="1B1F2A"/>
                </a:solidFill>
              </a:defRPr>
            </a:pPr>
            <a:r>
              <a:rPr sz="600">
                <a:solidFill>
                  <a:srgbClr val="1B1F2A"/>
                </a:solidFill>
              </a:rPr>
              <a:t>Kryptographie-WASM Abschlusspräsentation</a:t>
            </a:r>
            <a:endParaRPr/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49C29E-4678-4060-8EC0-B94017AA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3883"/>
                </a:solidFill>
              </a:defRPr>
            </a:pPr>
            <a:r>
              <a:rPr sz="2175" b="1">
                <a:solidFill>
                  <a:srgbClr val="003883"/>
                </a:solidFill>
              </a:rPr>
              <a:t>WASM-Design: Struktur &amp; Bausteine</a:t>
            </a:r>
          </a:p>
        </p:txBody>
      </p:sp>
      <p:sp>
        <p:nvSpPr>
          <p:cNvPr id="7" name="boundary-heading">
            <a:extLst xmlns:a="http://schemas.openxmlformats.org/drawingml/2006/main">
              <a:ext uri="{FF2B5EF4-FFF2-40B4-BE49-F238E27FC236}">
                <a16:creationId xmlns:a16="http://schemas.microsoft.com/office/drawing/2014/main" id="{304258A0-461E-4280-BCE4-074B790D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883"/>
                </a:solidFill>
              </a:defRPr>
            </a:pPr>
            <a:r>
              <a:rPr sz="1575" b="1">
                <a:solidFill>
                  <a:srgbClr val="003883"/>
                </a:solidFill>
              </a:rPr>
              <a:t>Grenze</a:t>
            </a:r>
          </a:p>
        </p:txBody>
      </p:sp>
      <p:sp>
        <p:nvSpPr>
          <p:cNvPr id="8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70ACCE1F-E2F5-4875-8D6C-4615E18F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952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Kleine, explizite JS/WASM-Schnittstelle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Keine UI-Logik im Rust-Kern</a:t>
            </a:r>
          </a:p>
        </p:txBody>
      </p:sp>
      <p:sp>
        <p:nvSpPr>
          <p:cNvPr id="9" name="rust-heading">
            <a:extLst xmlns:a="http://schemas.openxmlformats.org/drawingml/2006/main">
              <a:ext uri="{FF2B5EF4-FFF2-40B4-BE49-F238E27FC236}">
                <a16:creationId xmlns:a16="http://schemas.microsoft.com/office/drawing/2014/main" id="{BFD43973-7FFD-40E7-A903-3B3F1384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883"/>
                </a:solidFill>
              </a:defRPr>
            </a:pPr>
            <a:r>
              <a:rPr sz="1575" b="1">
                <a:solidFill>
                  <a:srgbClr val="003883"/>
                </a:solidFill>
              </a:rPr>
              <a:t>Rust-Kern</a:t>
            </a:r>
          </a:p>
        </p:txBody>
      </p:sp>
      <p:sp>
        <p:nvSpPr>
          <p:cNvPr id="10" name="rust-body">
            <a:extLst xmlns:a="http://schemas.openxmlformats.org/drawingml/2006/main">
              <a:ext uri="{FF2B5EF4-FFF2-40B4-BE49-F238E27FC236}">
                <a16:creationId xmlns:a16="http://schemas.microsoft.com/office/drawing/2014/main" id="{1DA0998E-882B-46B0-8950-C2441B0D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19300"/>
            <a:ext cx="2952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Typisierte Inputs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Strukturierte Fehler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Geprüfte Bibliotheken für AEAD</a:t>
            </a:r>
          </a:p>
        </p:txBody>
      </p:sp>
      <p:sp>
        <p:nvSpPr>
          <p:cNvPr id="11" name="integration-heading">
            <a:extLst xmlns:a="http://schemas.openxmlformats.org/drawingml/2006/main">
              <a:ext uri="{FF2B5EF4-FFF2-40B4-BE49-F238E27FC236}">
                <a16:creationId xmlns:a16="http://schemas.microsoft.com/office/drawing/2014/main" id="{972FEDF1-C15A-43B9-8758-ED1947BA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19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883"/>
                </a:solidFill>
              </a:defRPr>
            </a:pPr>
            <a:r>
              <a:rPr sz="1575" b="1">
                <a:solidFill>
                  <a:srgbClr val="003883"/>
                </a:solidFill>
              </a:rPr>
              <a:t>Integration</a:t>
            </a:r>
          </a:p>
        </p:txBody>
      </p:sp>
      <p:sp>
        <p:nvSpPr>
          <p:cNvPr id="12" name="integration-body">
            <a:extLst xmlns:a="http://schemas.openxmlformats.org/drawingml/2006/main">
              <a:ext uri="{FF2B5EF4-FFF2-40B4-BE49-F238E27FC236}">
                <a16:creationId xmlns:a16="http://schemas.microsoft.com/office/drawing/2014/main" id="{80C3D76A-D550-462B-8109-EEDD9CE7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19300"/>
            <a:ext cx="31432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Browser ruft WASM-Funktionen gezielt auf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Ergebnisse bleiben in der UI nachvollziehbar</a:t>
            </a:r>
          </a:p>
        </p:txBody>
      </p:sp>
    </p:spTree>
    <p:extLst>
      <p:ext uri="{BB962C8B-B14F-4D97-AF65-F5344CB8AC3E}">
        <p14:creationId xmlns:p14="http://schemas.microsoft.com/office/powerpoint/2010/main" val="766256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79216F0-C6B8-4BFD-AFDC-E02CF5316C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>
                <a:solidFill>
                  <a:srgbClr val="1B1F2A"/>
                </a:solidFill>
              </a:defRPr>
            </a:pPr>
            <a:fld id="{5EFAD82A-3B80-9D72-A067-0332A58204A1}" type="datetime1">
              <a:rPr sz="600">
                <a:solidFill>
                  <a:srgbClr val="1B1F2A"/>
                </a:solidFill>
              </a:rPr>
              <a:t>26.08.2026</a:t>
            </a:fld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3479BAA6-94C3-4D3B-842F-DE221F39F4BC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00">
                <a:solidFill>
                  <a:srgbClr val="1B1F2A"/>
                </a:solidFill>
              </a:defRPr>
            </a:pPr>
            <a:r>
              <a:rPr sz="600">
                <a:solidFill>
                  <a:srgbClr val="1B1F2A"/>
                </a:solidFill>
              </a:rPr>
              <a:t>- 7 -</a:t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567C6C0-48BF-4FA8-89C8-4C7C12ABB1D0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>
                <a:solidFill>
                  <a:srgbClr val="1B1F2A"/>
                </a:solidFill>
              </a:defRPr>
            </a:pPr>
            <a:r>
              <a:rPr sz="600">
                <a:solidFill>
                  <a:srgbClr val="1B1F2A"/>
                </a:solidFill>
              </a:rPr>
              <a:t>Kryptographie-WASM Abschlusspräsentation</a:t>
            </a:r>
            <a:endParaRPr/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236E93-9D1A-4C9B-A6F1-3AA80F28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3883"/>
                </a:solidFill>
              </a:defRPr>
            </a:pPr>
            <a:r>
              <a:rPr sz="2175" b="1">
                <a:solidFill>
                  <a:srgbClr val="003883"/>
                </a:solidFill>
              </a:rPr>
              <a:t>Live-Demo II: AES-GCM Roundtrip</a:t>
            </a:r>
          </a:p>
        </p:txBody>
      </p:sp>
      <p:sp>
        <p:nvSpPr>
          <p:cNvPr id="7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AECB75C3-3BF7-4203-B8DE-1B5F65C6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6F"/>
                </a:solidFill>
              </a:defRPr>
            </a:pPr>
            <a:r>
              <a:rPr sz="1125" b="0">
                <a:solidFill>
                  <a:srgbClr val="56616F"/>
                </a:solidFill>
              </a:rPr>
              <a:t>Schlüssel, Nonce, Tag, Roundtrip und Manipulationsnachweis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ddb524342545d5"/>
          <a:stretch xmlns:a="http://schemas.openxmlformats.org/drawingml/2006/main"/>
        </p:blipFill>
        <p:spPr>
          <a:xfrm xmlns:a="http://schemas.openxmlformats.org/drawingml/2006/main">
            <a:off x="704850" y="1725418"/>
            <a:ext cx="5715000" cy="3216664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9" name="demo2-heading">
            <a:extLst xmlns:a="http://schemas.openxmlformats.org/drawingml/2006/main">
              <a:ext uri="{FF2B5EF4-FFF2-40B4-BE49-F238E27FC236}">
                <a16:creationId xmlns:a16="http://schemas.microsoft.com/office/drawing/2014/main" id="{BDB0B365-827B-47EB-9156-37C21131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668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883"/>
                </a:solidFill>
              </a:defRPr>
            </a:pPr>
            <a:r>
              <a:rPr sz="1575" b="1">
                <a:solidFill>
                  <a:srgbClr val="003883"/>
                </a:solidFill>
              </a:rPr>
              <a:t>Business Logik</a:t>
            </a:r>
          </a:p>
        </p:txBody>
      </p:sp>
      <p:sp>
        <p:nvSpPr>
          <p:cNvPr id="10" name="demo2-body">
            <a:extLst xmlns:a="http://schemas.openxmlformats.org/drawingml/2006/main">
              <a:ext uri="{FF2B5EF4-FFF2-40B4-BE49-F238E27FC236}">
                <a16:creationId xmlns:a16="http://schemas.microsoft.com/office/drawing/2014/main" id="{9E51881B-756F-4CC3-8335-EF897643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66925"/>
            <a:ext cx="40005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Klartext verschlüsseln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Ciphertext und Tag prüfen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Erfolgreich entschlüsseln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Manipulation als Fehlerfall erklären</a:t>
            </a:r>
          </a:p>
        </p:txBody>
      </p:sp>
    </p:spTree>
    <p:extLst>
      <p:ext uri="{BB962C8B-B14F-4D97-AF65-F5344CB8AC3E}">
        <p14:creationId xmlns:p14="http://schemas.microsoft.com/office/powerpoint/2010/main" val="766256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79216F0-C6B8-4BFD-AFDC-E02CF5316C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>
                <a:solidFill>
                  <a:srgbClr val="1B1F2A"/>
                </a:solidFill>
              </a:defRPr>
            </a:pPr>
            <a:fld id="{5EFAD82A-3B80-9D72-A067-0332A58204A1}" type="datetime1">
              <a:rPr sz="600">
                <a:solidFill>
                  <a:srgbClr val="1B1F2A"/>
                </a:solidFill>
              </a:rPr>
              <a:t>26.08.2026</a:t>
            </a:fld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3479BAA6-94C3-4D3B-842F-DE221F39F4BC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00">
                <a:solidFill>
                  <a:srgbClr val="1B1F2A"/>
                </a:solidFill>
              </a:defRPr>
            </a:pPr>
            <a:r>
              <a:rPr sz="600">
                <a:solidFill>
                  <a:srgbClr val="1B1F2A"/>
                </a:solidFill>
              </a:rPr>
              <a:t>- 8 -</a:t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567C6C0-48BF-4FA8-89C8-4C7C12ABB1D0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>
                <a:solidFill>
                  <a:srgbClr val="1B1F2A"/>
                </a:solidFill>
              </a:defRPr>
            </a:pPr>
            <a:r>
              <a:rPr sz="600">
                <a:solidFill>
                  <a:srgbClr val="1B1F2A"/>
                </a:solidFill>
              </a:rPr>
              <a:t>Kryptographie-WASM Abschlusspräsentation</a:t>
            </a:r>
            <a:endParaRPr/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AC3D6A-CBCE-4413-A713-FADDC689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3883"/>
                </a:solidFill>
              </a:defRPr>
            </a:pPr>
            <a:r>
              <a:rPr sz="2175" b="1">
                <a:solidFill>
                  <a:srgbClr val="003883"/>
                </a:solidFill>
              </a:rPr>
              <a:t>Qualität &amp; Grenzen</a:t>
            </a:r>
          </a:p>
        </p:txBody>
      </p:sp>
      <p:sp>
        <p:nvSpPr>
          <p:cNvPr id="7" name="quality-heading">
            <a:extLst xmlns:a="http://schemas.openxmlformats.org/drawingml/2006/main">
              <a:ext uri="{FF2B5EF4-FFF2-40B4-BE49-F238E27FC236}">
                <a16:creationId xmlns:a16="http://schemas.microsoft.com/office/drawing/2014/main" id="{8F46014F-6327-4B18-BA63-CA26E321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883"/>
                </a:solidFill>
              </a:defRPr>
            </a:pPr>
            <a:r>
              <a:rPr sz="1575" b="1">
                <a:solidFill>
                  <a:srgbClr val="003883"/>
                </a:solidFill>
              </a:rPr>
              <a:t>Messwerte</a:t>
            </a:r>
          </a:p>
        </p:txBody>
      </p:sp>
      <p:sp>
        <p:nvSpPr>
          <p:cNvPr id="8" name="quality-body">
            <a:extLst xmlns:a="http://schemas.openxmlformats.org/drawingml/2006/main">
              <a:ext uri="{FF2B5EF4-FFF2-40B4-BE49-F238E27FC236}">
                <a16:creationId xmlns:a16="http://schemas.microsoft.com/office/drawing/2014/main" id="{3361A7C2-90E9-461A-9433-B4FC1557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47625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27/27 Rust-Tests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18/18 Playwright-/axe-Tests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Coverage: 98,82 % Lines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Lighthouse Desktop: 100/100/100/100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npm audit: 0 bekannte Schwachstellen</a:t>
            </a:r>
          </a:p>
        </p:txBody>
      </p:sp>
      <p:sp>
        <p:nvSpPr>
          <p:cNvPr id="9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8A321840-1D02-4552-BC89-1FCCB9DC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883"/>
                </a:solidFill>
              </a:defRPr>
            </a:pPr>
            <a:r>
              <a:rPr sz="1575" b="1">
                <a:solidFill>
                  <a:srgbClr val="003883"/>
                </a:solidFill>
              </a:rPr>
              <a:t>Transparenz</a:t>
            </a:r>
          </a:p>
        </p:txBody>
      </p:sp>
      <p:sp>
        <p:nvSpPr>
          <p:cNvPr id="10" name="limits-body">
            <a:extLst xmlns:a="http://schemas.openxmlformats.org/drawingml/2006/main">
              <a:ext uri="{FF2B5EF4-FFF2-40B4-BE49-F238E27FC236}">
                <a16:creationId xmlns:a16="http://schemas.microsoft.com/office/drawing/2014/main" id="{69AE1590-084A-4AE8-8214-7D5BDB69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76425"/>
            <a:ext cx="47625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Lehranwendung, kein produktives Schlüsselmanagement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Historische Verfahren sind didaktisch, nicht sicher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Moderne Primitive stammen aus RustCrypto</a:t>
            </a:r>
          </a:p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• KI-Nutzung dokumentiert und geprüft</a:t>
            </a:r>
          </a:p>
        </p:txBody>
      </p:sp>
    </p:spTree>
    <p:extLst>
      <p:ext uri="{BB962C8B-B14F-4D97-AF65-F5344CB8AC3E}">
        <p14:creationId xmlns:p14="http://schemas.microsoft.com/office/powerpoint/2010/main" val="766256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79216F0-C6B8-4BFD-AFDC-E02CF5316C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>
                <a:solidFill>
                  <a:srgbClr val="1B1F2A"/>
                </a:solidFill>
              </a:defRPr>
            </a:pPr>
            <a:fld id="{5EFAD82A-3B80-9D72-A067-0332A58204A1}" type="datetime1">
              <a:rPr sz="600">
                <a:solidFill>
                  <a:srgbClr val="1B1F2A"/>
                </a:solidFill>
              </a:rPr>
              <a:t>26.08.2026</a:t>
            </a:fld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3479BAA6-94C3-4D3B-842F-DE221F39F4BC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00">
                <a:solidFill>
                  <a:srgbClr val="1B1F2A"/>
                </a:solidFill>
              </a:defRPr>
            </a:pPr>
            <a:r>
              <a:rPr sz="600">
                <a:solidFill>
                  <a:srgbClr val="1B1F2A"/>
                </a:solidFill>
              </a:rPr>
              <a:t>- 9 -</a:t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567C6C0-48BF-4FA8-89C8-4C7C12ABB1D0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>
                <a:solidFill>
                  <a:srgbClr val="1B1F2A"/>
                </a:solidFill>
              </a:defRPr>
            </a:pPr>
            <a:r>
              <a:rPr sz="600">
                <a:solidFill>
                  <a:srgbClr val="1B1F2A"/>
                </a:solidFill>
              </a:rPr>
              <a:t>Kryptographie-WASM Abschlusspräsentation</a:t>
            </a:r>
            <a:endParaRPr/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868DF9-9A3C-492C-888C-2853B1AF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3883"/>
                </a:solidFill>
              </a:defRPr>
            </a:pPr>
            <a:r>
              <a:rPr sz="2175" b="1">
                <a:solidFill>
                  <a:srgbClr val="003883"/>
                </a:solidFill>
              </a:rPr>
              <a:t>Vielen Dank für Ihre Aufmerksamkeit!</a:t>
            </a:r>
          </a:p>
        </p:txBody>
      </p:sp>
      <p:sp>
        <p:nvSpPr>
          <p:cNvPr id="7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1EF7C6D2-CC2A-40D6-8006-498805AA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29000"/>
            <a:ext cx="533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3883"/>
                </a:solidFill>
              </a:defRPr>
            </a:pPr>
            <a:r>
              <a:rPr sz="1350" b="0">
                <a:solidFill>
                  <a:srgbClr val="003883"/>
                </a:solidFill>
              </a:rPr>
              <a:t>Fazit</a:t>
            </a:r>
          </a:p>
          <a:p xmlns:a="http://schemas.openxmlformats.org/drawingml/2006/main">
            <a:pPr algn="l">
              <a:defRPr sz="1350" b="0">
                <a:solidFill>
                  <a:srgbClr val="003883"/>
                </a:solidFill>
              </a:defRPr>
            </a:pPr>
            <a:r>
              <a:rPr sz="1350" b="0">
                <a:solidFill>
                  <a:srgbClr val="003883"/>
                </a:solidFill>
              </a:rPr>
              <a:t>• Eine Fachlogik: Rust als Kern, Browser als Oberfläche</a:t>
            </a:r>
          </a:p>
          <a:p xmlns:a="http://schemas.openxmlformats.org/drawingml/2006/main">
            <a:pPr algn="l">
              <a:defRPr sz="1350" b="0">
                <a:solidFill>
                  <a:srgbClr val="003883"/>
                </a:solidFill>
              </a:defRPr>
            </a:pPr>
            <a:r>
              <a:rPr sz="1350" b="0">
                <a:solidFill>
                  <a:srgbClr val="003883"/>
                </a:solidFill>
              </a:rPr>
              <a:t>• Kleine WASM-Grenze statt vermischter Verantwortungen</a:t>
            </a:r>
          </a:p>
          <a:p xmlns:a="http://schemas.openxmlformats.org/drawingml/2006/main">
            <a:pPr algn="l">
              <a:defRPr sz="1350" b="0">
                <a:solidFill>
                  <a:srgbClr val="003883"/>
                </a:solidFill>
              </a:defRPr>
            </a:pPr>
            <a:r>
              <a:rPr sz="1350" b="0">
                <a:solidFill>
                  <a:srgbClr val="003883"/>
                </a:solidFill>
              </a:rPr>
              <a:t>• Qualität ist messbar belegt: Tests, Coverage, Accessibility und Lighthouse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3883"/>
                </a:solidFill>
              </a:defRPr>
            </a:pPr>
            <a:r>
              <a:rPr sz="1350" b="0">
                <a:solidFill>
                  <a:srgbClr val="003883"/>
                </a:solidFill>
              </a:rPr>
              <a:t>Fragen &amp; Live-Demo</a:t>
            </a:r>
          </a:p>
        </p:txBody>
      </p:sp>
    </p:spTree>
    <p:extLst>
      <p:ext uri="{BB962C8B-B14F-4D97-AF65-F5344CB8AC3E}">
        <p14:creationId xmlns:p14="http://schemas.microsoft.com/office/powerpoint/2010/main" val="76625671"/>
      </p:ext>
    </p:extLst>
  </p:cSld>
</p:sld>
</file>

<file path=ppt/theme/theme1.xml><?xml version="1.0" encoding="utf-8"?>
<a:theme xmlns:a="http://schemas.openxmlformats.org/drawingml/2006/main" name="blank">
  <a:themeElements>
    <a:clrScheme name="Provad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192"/>
      </a:accent1>
      <a:accent2>
        <a:srgbClr val="3474B5"/>
      </a:accent2>
      <a:accent3>
        <a:srgbClr val="4D97CD"/>
      </a:accent3>
      <a:accent4>
        <a:srgbClr val="A0BFE1"/>
      </a:accent4>
      <a:accent5>
        <a:srgbClr val="B8C4E2"/>
      </a:accent5>
      <a:accent6>
        <a:srgbClr val="D9DADB"/>
      </a:accent6>
      <a:hlink>
        <a:srgbClr val="005192"/>
      </a:hlink>
      <a:folHlink>
        <a:srgbClr val="800080"/>
      </a:folHlink>
    </a:clrScheme>
    <a:fontScheme name="Provad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rovad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2026-08-26T08:26:58.4730000Z</dcterms:created>
  <dcterms:modified xsi:type="dcterms:W3CDTF">2026-08-26T08:26:58.4730000Z</dcterms:modified>
</coreProperties>
</file>